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webextensions/webextension3.xml" ContentType="application/vnd.ms-office.webextension+xml"/>
  <Override PartName="/ppt/webextensions/webextension4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284" r:id="rId1"/>
  </p:sldMasterIdLst>
  <p:notesMasterIdLst>
    <p:notesMasterId r:id="rId9"/>
  </p:notesMasterIdLst>
  <p:sldIdLst>
    <p:sldId id="256" r:id="rId2"/>
    <p:sldId id="257" r:id="rId3"/>
    <p:sldId id="262" r:id="rId4"/>
    <p:sldId id="263" r:id="rId5"/>
    <p:sldId id="264" r:id="rId6"/>
    <p:sldId id="265" r:id="rId7"/>
    <p:sldId id="267" r:id="rId8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7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962F86B-1F9D-43DB-85C2-4A4CCC3A3D9B}" type="doc">
      <dgm:prSet loTypeId="urn:microsoft.com/office/officeart/2008/layout/LinedList" loCatId="list" qsTypeId="urn:microsoft.com/office/officeart/2005/8/quickstyle/simple4" qsCatId="simple" csTypeId="urn:microsoft.com/office/officeart/2005/8/colors/accent3_2" csCatId="accent3"/>
      <dgm:spPr/>
      <dgm:t>
        <a:bodyPr/>
        <a:lstStyle/>
        <a:p>
          <a:endParaRPr lang="en-US"/>
        </a:p>
      </dgm:t>
    </dgm:pt>
    <dgm:pt modelId="{42839966-EA48-453C-8881-07F154C0DCBA}">
      <dgm:prSet/>
      <dgm:spPr/>
      <dgm:t>
        <a:bodyPr/>
        <a:lstStyle/>
        <a:p>
          <a:r>
            <a:rPr lang="es-MX"/>
            <a:t>❌ Sin sistema centralizado</a:t>
          </a:r>
          <a:br>
            <a:rPr lang="es-MX"/>
          </a:br>
          <a:r>
            <a:rPr lang="es-MX"/>
            <a:t>❌ Datos dispersos y no confiables</a:t>
          </a:r>
          <a:br>
            <a:rPr lang="es-MX"/>
          </a:br>
          <a:r>
            <a:rPr lang="es-MX"/>
            <a:t>❌ No se miden tiempos reales ni productividad</a:t>
          </a:r>
          <a:br>
            <a:rPr lang="es-MX"/>
          </a:br>
          <a:r>
            <a:rPr lang="es-MX"/>
            <a:t>❌ Dificultad para gestionar pausas y repuestos</a:t>
          </a:r>
          <a:br>
            <a:rPr lang="es-MX"/>
          </a:br>
          <a:r>
            <a:rPr lang="es-MX"/>
            <a:t>❌ Documentación fuera de control</a:t>
          </a:r>
          <a:endParaRPr lang="en-US"/>
        </a:p>
      </dgm:t>
    </dgm:pt>
    <dgm:pt modelId="{A934BD73-9DD0-4EB4-937E-F2180AD52399}" type="parTrans" cxnId="{7CC3909E-801F-4CD2-8DA8-65C2B3176A18}">
      <dgm:prSet/>
      <dgm:spPr/>
      <dgm:t>
        <a:bodyPr/>
        <a:lstStyle/>
        <a:p>
          <a:endParaRPr lang="en-US"/>
        </a:p>
      </dgm:t>
    </dgm:pt>
    <dgm:pt modelId="{A7EC53CA-642A-461C-8ECB-85F73F0335D0}" type="sibTrans" cxnId="{7CC3909E-801F-4CD2-8DA8-65C2B3176A18}">
      <dgm:prSet/>
      <dgm:spPr/>
      <dgm:t>
        <a:bodyPr/>
        <a:lstStyle/>
        <a:p>
          <a:endParaRPr lang="en-US"/>
        </a:p>
      </dgm:t>
    </dgm:pt>
    <dgm:pt modelId="{BAAFFB01-E617-41A1-B295-A9EC1AA441D8}">
      <dgm:prSet/>
      <dgm:spPr/>
      <dgm:t>
        <a:bodyPr/>
        <a:lstStyle/>
        <a:p>
          <a:r>
            <a:rPr lang="es-MX"/>
            <a:t>👉 Necesidad urgente de digitalizar y automatizar el ingreso y seguimiento de vehículos.</a:t>
          </a:r>
          <a:endParaRPr lang="en-US"/>
        </a:p>
      </dgm:t>
    </dgm:pt>
    <dgm:pt modelId="{E9D318FD-E6CD-4FD1-90A1-7FA518E6D54D}" type="parTrans" cxnId="{57BC619A-D286-411C-BA93-61CCA4996C9D}">
      <dgm:prSet/>
      <dgm:spPr/>
      <dgm:t>
        <a:bodyPr/>
        <a:lstStyle/>
        <a:p>
          <a:endParaRPr lang="en-US"/>
        </a:p>
      </dgm:t>
    </dgm:pt>
    <dgm:pt modelId="{B385123E-7521-4623-A6CB-EA916B5729B4}" type="sibTrans" cxnId="{57BC619A-D286-411C-BA93-61CCA4996C9D}">
      <dgm:prSet/>
      <dgm:spPr/>
      <dgm:t>
        <a:bodyPr/>
        <a:lstStyle/>
        <a:p>
          <a:endParaRPr lang="en-US"/>
        </a:p>
      </dgm:t>
    </dgm:pt>
    <dgm:pt modelId="{242BB8CD-0D2F-4C7A-880B-496730203ABA}" type="pres">
      <dgm:prSet presAssocID="{5962F86B-1F9D-43DB-85C2-4A4CCC3A3D9B}" presName="vert0" presStyleCnt="0">
        <dgm:presLayoutVars>
          <dgm:dir/>
          <dgm:animOne val="branch"/>
          <dgm:animLvl val="lvl"/>
        </dgm:presLayoutVars>
      </dgm:prSet>
      <dgm:spPr/>
    </dgm:pt>
    <dgm:pt modelId="{CE9F41FC-AA45-4898-A0B0-011333F2A2E2}" type="pres">
      <dgm:prSet presAssocID="{42839966-EA48-453C-8881-07F154C0DCBA}" presName="thickLine" presStyleLbl="alignNode1" presStyleIdx="0" presStyleCnt="2"/>
      <dgm:spPr/>
    </dgm:pt>
    <dgm:pt modelId="{B556F6E6-0D21-4F9F-B7E8-440373819A47}" type="pres">
      <dgm:prSet presAssocID="{42839966-EA48-453C-8881-07F154C0DCBA}" presName="horz1" presStyleCnt="0"/>
      <dgm:spPr/>
    </dgm:pt>
    <dgm:pt modelId="{470A8A13-E7E8-4ED5-B91E-6C72A9B776D8}" type="pres">
      <dgm:prSet presAssocID="{42839966-EA48-453C-8881-07F154C0DCBA}" presName="tx1" presStyleLbl="revTx" presStyleIdx="0" presStyleCnt="2"/>
      <dgm:spPr/>
    </dgm:pt>
    <dgm:pt modelId="{A3081A89-955D-4EA6-AD64-E3086195C55D}" type="pres">
      <dgm:prSet presAssocID="{42839966-EA48-453C-8881-07F154C0DCBA}" presName="vert1" presStyleCnt="0"/>
      <dgm:spPr/>
    </dgm:pt>
    <dgm:pt modelId="{3B81B942-A3E7-41D6-B811-E0A3CE2D64ED}" type="pres">
      <dgm:prSet presAssocID="{BAAFFB01-E617-41A1-B295-A9EC1AA441D8}" presName="thickLine" presStyleLbl="alignNode1" presStyleIdx="1" presStyleCnt="2"/>
      <dgm:spPr/>
    </dgm:pt>
    <dgm:pt modelId="{92057350-E17E-49E8-A26E-C63CDC0F41ED}" type="pres">
      <dgm:prSet presAssocID="{BAAFFB01-E617-41A1-B295-A9EC1AA441D8}" presName="horz1" presStyleCnt="0"/>
      <dgm:spPr/>
    </dgm:pt>
    <dgm:pt modelId="{468C40C6-674A-403B-8B1E-0857C1706B2F}" type="pres">
      <dgm:prSet presAssocID="{BAAFFB01-E617-41A1-B295-A9EC1AA441D8}" presName="tx1" presStyleLbl="revTx" presStyleIdx="1" presStyleCnt="2"/>
      <dgm:spPr/>
    </dgm:pt>
    <dgm:pt modelId="{6056C596-E878-434A-9088-938E86F1B900}" type="pres">
      <dgm:prSet presAssocID="{BAAFFB01-E617-41A1-B295-A9EC1AA441D8}" presName="vert1" presStyleCnt="0"/>
      <dgm:spPr/>
    </dgm:pt>
  </dgm:ptLst>
  <dgm:cxnLst>
    <dgm:cxn modelId="{54E1201C-8711-4E6D-BA6C-E8CECE90D94D}" type="presOf" srcId="{BAAFFB01-E617-41A1-B295-A9EC1AA441D8}" destId="{468C40C6-674A-403B-8B1E-0857C1706B2F}" srcOrd="0" destOrd="0" presId="urn:microsoft.com/office/officeart/2008/layout/LinedList"/>
    <dgm:cxn modelId="{E2BD2063-8CDA-4CF1-9C75-F448F0FC3033}" type="presOf" srcId="{42839966-EA48-453C-8881-07F154C0DCBA}" destId="{470A8A13-E7E8-4ED5-B91E-6C72A9B776D8}" srcOrd="0" destOrd="0" presId="urn:microsoft.com/office/officeart/2008/layout/LinedList"/>
    <dgm:cxn modelId="{2669064D-3C12-4DE7-96D7-E473D330E2AA}" type="presOf" srcId="{5962F86B-1F9D-43DB-85C2-4A4CCC3A3D9B}" destId="{242BB8CD-0D2F-4C7A-880B-496730203ABA}" srcOrd="0" destOrd="0" presId="urn:microsoft.com/office/officeart/2008/layout/LinedList"/>
    <dgm:cxn modelId="{57BC619A-D286-411C-BA93-61CCA4996C9D}" srcId="{5962F86B-1F9D-43DB-85C2-4A4CCC3A3D9B}" destId="{BAAFFB01-E617-41A1-B295-A9EC1AA441D8}" srcOrd="1" destOrd="0" parTransId="{E9D318FD-E6CD-4FD1-90A1-7FA518E6D54D}" sibTransId="{B385123E-7521-4623-A6CB-EA916B5729B4}"/>
    <dgm:cxn modelId="{7CC3909E-801F-4CD2-8DA8-65C2B3176A18}" srcId="{5962F86B-1F9D-43DB-85C2-4A4CCC3A3D9B}" destId="{42839966-EA48-453C-8881-07F154C0DCBA}" srcOrd="0" destOrd="0" parTransId="{A934BD73-9DD0-4EB4-937E-F2180AD52399}" sibTransId="{A7EC53CA-642A-461C-8ECB-85F73F0335D0}"/>
    <dgm:cxn modelId="{36CE87DC-B293-4246-82BC-B1E98401E7F7}" type="presParOf" srcId="{242BB8CD-0D2F-4C7A-880B-496730203ABA}" destId="{CE9F41FC-AA45-4898-A0B0-011333F2A2E2}" srcOrd="0" destOrd="0" presId="urn:microsoft.com/office/officeart/2008/layout/LinedList"/>
    <dgm:cxn modelId="{53407DA2-7E40-4860-89F8-3AB0E8DADC9C}" type="presParOf" srcId="{242BB8CD-0D2F-4C7A-880B-496730203ABA}" destId="{B556F6E6-0D21-4F9F-B7E8-440373819A47}" srcOrd="1" destOrd="0" presId="urn:microsoft.com/office/officeart/2008/layout/LinedList"/>
    <dgm:cxn modelId="{C8827439-1B0F-4CAD-8A07-4092154B04C2}" type="presParOf" srcId="{B556F6E6-0D21-4F9F-B7E8-440373819A47}" destId="{470A8A13-E7E8-4ED5-B91E-6C72A9B776D8}" srcOrd="0" destOrd="0" presId="urn:microsoft.com/office/officeart/2008/layout/LinedList"/>
    <dgm:cxn modelId="{979A025E-D9AA-46AF-8AB6-AD10936594A6}" type="presParOf" srcId="{B556F6E6-0D21-4F9F-B7E8-440373819A47}" destId="{A3081A89-955D-4EA6-AD64-E3086195C55D}" srcOrd="1" destOrd="0" presId="urn:microsoft.com/office/officeart/2008/layout/LinedList"/>
    <dgm:cxn modelId="{306B73C5-45D7-43BF-A173-E434BC2D8B57}" type="presParOf" srcId="{242BB8CD-0D2F-4C7A-880B-496730203ABA}" destId="{3B81B942-A3E7-41D6-B811-E0A3CE2D64ED}" srcOrd="2" destOrd="0" presId="urn:microsoft.com/office/officeart/2008/layout/LinedList"/>
    <dgm:cxn modelId="{4AED2E70-004B-44BF-A26E-49BE0AA58A9B}" type="presParOf" srcId="{242BB8CD-0D2F-4C7A-880B-496730203ABA}" destId="{92057350-E17E-49E8-A26E-C63CDC0F41ED}" srcOrd="3" destOrd="0" presId="urn:microsoft.com/office/officeart/2008/layout/LinedList"/>
    <dgm:cxn modelId="{75A370CE-A815-486E-B2ED-1338906B1369}" type="presParOf" srcId="{92057350-E17E-49E8-A26E-C63CDC0F41ED}" destId="{468C40C6-674A-403B-8B1E-0857C1706B2F}" srcOrd="0" destOrd="0" presId="urn:microsoft.com/office/officeart/2008/layout/LinedList"/>
    <dgm:cxn modelId="{8D030096-9503-4098-9218-CC109200A0E0}" type="presParOf" srcId="{92057350-E17E-49E8-A26E-C63CDC0F41ED}" destId="{6056C596-E878-434A-9088-938E86F1B90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14E9593-1B33-41FF-B978-14F2EF1BA773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43992911-ECE6-4207-8D07-174933AD52AF}">
      <dgm:prSet/>
      <dgm:spPr/>
      <dgm:t>
        <a:bodyPr/>
        <a:lstStyle/>
        <a:p>
          <a:r>
            <a:rPr lang="es-MX" b="1"/>
            <a:t>Chofer</a:t>
          </a:r>
          <a:br>
            <a:rPr lang="es-MX"/>
          </a:br>
          <a:r>
            <a:rPr lang="es-MX"/>
            <a:t>Registra el ingreso del vehículo y programa la hora.</a:t>
          </a:r>
          <a:br>
            <a:rPr lang="es-MX"/>
          </a:br>
          <a:r>
            <a:rPr lang="es-MX" b="1"/>
            <a:t>Problema</a:t>
          </a:r>
          <a:r>
            <a:rPr lang="es-MX"/>
            <a:t>: Depende de WhatsApp y no sabe el estado real del vehículo.</a:t>
          </a:r>
          <a:endParaRPr lang="en-US"/>
        </a:p>
      </dgm:t>
    </dgm:pt>
    <dgm:pt modelId="{618CC6E5-B5FD-4DE2-95CF-037449E98F4C}" type="parTrans" cxnId="{6D88DBDF-104C-402E-9CA7-96E72C69543E}">
      <dgm:prSet/>
      <dgm:spPr/>
      <dgm:t>
        <a:bodyPr/>
        <a:lstStyle/>
        <a:p>
          <a:endParaRPr lang="en-US"/>
        </a:p>
      </dgm:t>
    </dgm:pt>
    <dgm:pt modelId="{D1F953BA-5502-439B-8D00-ECC8DBA88673}" type="sibTrans" cxnId="{6D88DBDF-104C-402E-9CA7-96E72C69543E}">
      <dgm:prSet/>
      <dgm:spPr/>
      <dgm:t>
        <a:bodyPr/>
        <a:lstStyle/>
        <a:p>
          <a:endParaRPr lang="en-US"/>
        </a:p>
      </dgm:t>
    </dgm:pt>
    <dgm:pt modelId="{7CD39F8E-7882-473A-B30C-2B0C943BF70A}">
      <dgm:prSet/>
      <dgm:spPr/>
      <dgm:t>
        <a:bodyPr/>
        <a:lstStyle/>
        <a:p>
          <a:r>
            <a:rPr lang="es-MX" b="1"/>
            <a:t>Guardia</a:t>
          </a:r>
          <a:br>
            <a:rPr lang="es-MX"/>
          </a:br>
          <a:r>
            <a:rPr lang="es-MX"/>
            <a:t>Controla entrada y salida de vehículos.</a:t>
          </a:r>
          <a:br>
            <a:rPr lang="es-MX"/>
          </a:br>
          <a:r>
            <a:rPr lang="es-MX" b="1"/>
            <a:t>Problema</a:t>
          </a:r>
          <a:r>
            <a:rPr lang="es-MX"/>
            <a:t>: Registra manualmente y con fotos sin respaldo documental.</a:t>
          </a:r>
          <a:endParaRPr lang="en-US"/>
        </a:p>
      </dgm:t>
    </dgm:pt>
    <dgm:pt modelId="{BD81F8D5-C842-4926-A7C5-2C6990D6E974}" type="parTrans" cxnId="{58FBC584-73E8-4013-97AE-AB17FB495BF9}">
      <dgm:prSet/>
      <dgm:spPr/>
      <dgm:t>
        <a:bodyPr/>
        <a:lstStyle/>
        <a:p>
          <a:endParaRPr lang="en-US"/>
        </a:p>
      </dgm:t>
    </dgm:pt>
    <dgm:pt modelId="{F408FCC3-14B7-470C-B589-12946FCF88EB}" type="sibTrans" cxnId="{58FBC584-73E8-4013-97AE-AB17FB495BF9}">
      <dgm:prSet/>
      <dgm:spPr/>
      <dgm:t>
        <a:bodyPr/>
        <a:lstStyle/>
        <a:p>
          <a:endParaRPr lang="en-US"/>
        </a:p>
      </dgm:t>
    </dgm:pt>
    <dgm:pt modelId="{64E621B1-5372-4A88-B4B3-4DD187D70A5A}">
      <dgm:prSet/>
      <dgm:spPr/>
      <dgm:t>
        <a:bodyPr/>
        <a:lstStyle/>
        <a:p>
          <a:r>
            <a:rPr lang="es-MX" b="1"/>
            <a:t>Mecánico</a:t>
          </a:r>
          <a:br>
            <a:rPr lang="es-MX"/>
          </a:br>
          <a:r>
            <a:rPr lang="es-MX"/>
            <a:t>Realiza reparaciones, registra tareas, pausas y uso de repuestos.</a:t>
          </a:r>
          <a:br>
            <a:rPr lang="es-MX"/>
          </a:br>
          <a:r>
            <a:rPr lang="es-MX" b="1"/>
            <a:t>Problema</a:t>
          </a:r>
          <a:r>
            <a:rPr lang="es-MX"/>
            <a:t>: No tiene herramienta propia para reportar avances; depende de supervisión verbal o mensajes.</a:t>
          </a:r>
          <a:endParaRPr lang="en-US"/>
        </a:p>
      </dgm:t>
    </dgm:pt>
    <dgm:pt modelId="{824DF661-90AF-43C7-9B76-A37317C68734}" type="parTrans" cxnId="{32110CA0-A323-4883-9EA2-2B61A9C408B1}">
      <dgm:prSet/>
      <dgm:spPr/>
      <dgm:t>
        <a:bodyPr/>
        <a:lstStyle/>
        <a:p>
          <a:endParaRPr lang="en-US"/>
        </a:p>
      </dgm:t>
    </dgm:pt>
    <dgm:pt modelId="{9AF703E6-CF52-4213-A8E3-3055AB8D7A87}" type="sibTrans" cxnId="{32110CA0-A323-4883-9EA2-2B61A9C408B1}">
      <dgm:prSet/>
      <dgm:spPr/>
      <dgm:t>
        <a:bodyPr/>
        <a:lstStyle/>
        <a:p>
          <a:endParaRPr lang="en-US"/>
        </a:p>
      </dgm:t>
    </dgm:pt>
    <dgm:pt modelId="{9EDC16EF-7A27-4813-BD7F-906DB1A91441}">
      <dgm:prSet/>
      <dgm:spPr/>
      <dgm:t>
        <a:bodyPr/>
        <a:lstStyle/>
        <a:p>
          <a:r>
            <a:rPr lang="es-MX" b="1"/>
            <a:t>Jefe de Taller</a:t>
          </a:r>
          <a:br>
            <a:rPr lang="es-MX"/>
          </a:br>
          <a:r>
            <a:rPr lang="es-MX"/>
            <a:t>Asigna mecánicos, controla stock y autoriza salidas.</a:t>
          </a:r>
          <a:br>
            <a:rPr lang="es-MX"/>
          </a:br>
          <a:r>
            <a:rPr lang="es-MX" b="1"/>
            <a:t>Problema</a:t>
          </a:r>
          <a:r>
            <a:rPr lang="es-MX"/>
            <a:t>: Necesita reportes confiables y trazabilidad en tiempo real, pero hoy todo está en Excel.</a:t>
          </a:r>
          <a:endParaRPr lang="en-US"/>
        </a:p>
      </dgm:t>
    </dgm:pt>
    <dgm:pt modelId="{AF6FA1EB-DD32-410C-80EB-81B05B4C5658}" type="parTrans" cxnId="{F204BFE0-7697-4B5F-9B6A-38B8FB8A830C}">
      <dgm:prSet/>
      <dgm:spPr/>
      <dgm:t>
        <a:bodyPr/>
        <a:lstStyle/>
        <a:p>
          <a:endParaRPr lang="en-US"/>
        </a:p>
      </dgm:t>
    </dgm:pt>
    <dgm:pt modelId="{56075B1B-0B0E-4032-84B8-D3AE09634D9E}" type="sibTrans" cxnId="{F204BFE0-7697-4B5F-9B6A-38B8FB8A830C}">
      <dgm:prSet/>
      <dgm:spPr/>
      <dgm:t>
        <a:bodyPr/>
        <a:lstStyle/>
        <a:p>
          <a:endParaRPr lang="en-US"/>
        </a:p>
      </dgm:t>
    </dgm:pt>
    <dgm:pt modelId="{1541BADE-4F12-4E84-B22A-DD55ACECF50C}" type="pres">
      <dgm:prSet presAssocID="{614E9593-1B33-41FF-B978-14F2EF1BA773}" presName="vert0" presStyleCnt="0">
        <dgm:presLayoutVars>
          <dgm:dir/>
          <dgm:animOne val="branch"/>
          <dgm:animLvl val="lvl"/>
        </dgm:presLayoutVars>
      </dgm:prSet>
      <dgm:spPr/>
    </dgm:pt>
    <dgm:pt modelId="{1188BABF-06BE-432A-851F-281EA26B01EC}" type="pres">
      <dgm:prSet presAssocID="{43992911-ECE6-4207-8D07-174933AD52AF}" presName="thickLine" presStyleLbl="alignNode1" presStyleIdx="0" presStyleCnt="4"/>
      <dgm:spPr/>
    </dgm:pt>
    <dgm:pt modelId="{E313D26D-5B7D-4E6C-BB66-9DD99F7A0F1D}" type="pres">
      <dgm:prSet presAssocID="{43992911-ECE6-4207-8D07-174933AD52AF}" presName="horz1" presStyleCnt="0"/>
      <dgm:spPr/>
    </dgm:pt>
    <dgm:pt modelId="{B6CB7297-8C75-40E8-A0B6-696EEFCCBE23}" type="pres">
      <dgm:prSet presAssocID="{43992911-ECE6-4207-8D07-174933AD52AF}" presName="tx1" presStyleLbl="revTx" presStyleIdx="0" presStyleCnt="4"/>
      <dgm:spPr/>
    </dgm:pt>
    <dgm:pt modelId="{ABF5018F-0A95-40EE-9417-6B5BA193B6A7}" type="pres">
      <dgm:prSet presAssocID="{43992911-ECE6-4207-8D07-174933AD52AF}" presName="vert1" presStyleCnt="0"/>
      <dgm:spPr/>
    </dgm:pt>
    <dgm:pt modelId="{C473660E-1821-4C16-8998-0425D3479B4D}" type="pres">
      <dgm:prSet presAssocID="{7CD39F8E-7882-473A-B30C-2B0C943BF70A}" presName="thickLine" presStyleLbl="alignNode1" presStyleIdx="1" presStyleCnt="4"/>
      <dgm:spPr/>
    </dgm:pt>
    <dgm:pt modelId="{5F373ECC-7780-44CF-94AD-34AFEBF44E3F}" type="pres">
      <dgm:prSet presAssocID="{7CD39F8E-7882-473A-B30C-2B0C943BF70A}" presName="horz1" presStyleCnt="0"/>
      <dgm:spPr/>
    </dgm:pt>
    <dgm:pt modelId="{73B0C2CE-511B-4F40-A2FA-10FF99003296}" type="pres">
      <dgm:prSet presAssocID="{7CD39F8E-7882-473A-B30C-2B0C943BF70A}" presName="tx1" presStyleLbl="revTx" presStyleIdx="1" presStyleCnt="4"/>
      <dgm:spPr/>
    </dgm:pt>
    <dgm:pt modelId="{1D9F4F31-CD1E-4254-AC5D-FDC08DE33DF2}" type="pres">
      <dgm:prSet presAssocID="{7CD39F8E-7882-473A-B30C-2B0C943BF70A}" presName="vert1" presStyleCnt="0"/>
      <dgm:spPr/>
    </dgm:pt>
    <dgm:pt modelId="{ED3789BD-F590-44E3-B64A-6735E9FB071D}" type="pres">
      <dgm:prSet presAssocID="{64E621B1-5372-4A88-B4B3-4DD187D70A5A}" presName="thickLine" presStyleLbl="alignNode1" presStyleIdx="2" presStyleCnt="4"/>
      <dgm:spPr/>
    </dgm:pt>
    <dgm:pt modelId="{413F8EBD-F06E-41C5-8063-567FF815E256}" type="pres">
      <dgm:prSet presAssocID="{64E621B1-5372-4A88-B4B3-4DD187D70A5A}" presName="horz1" presStyleCnt="0"/>
      <dgm:spPr/>
    </dgm:pt>
    <dgm:pt modelId="{298BDB91-6678-474C-8058-20271BBC79E0}" type="pres">
      <dgm:prSet presAssocID="{64E621B1-5372-4A88-B4B3-4DD187D70A5A}" presName="tx1" presStyleLbl="revTx" presStyleIdx="2" presStyleCnt="4"/>
      <dgm:spPr/>
    </dgm:pt>
    <dgm:pt modelId="{8CB29FE0-5504-4433-8632-8033FF9932D9}" type="pres">
      <dgm:prSet presAssocID="{64E621B1-5372-4A88-B4B3-4DD187D70A5A}" presName="vert1" presStyleCnt="0"/>
      <dgm:spPr/>
    </dgm:pt>
    <dgm:pt modelId="{0A776743-0AF6-40A1-9CDF-24D17292E964}" type="pres">
      <dgm:prSet presAssocID="{9EDC16EF-7A27-4813-BD7F-906DB1A91441}" presName="thickLine" presStyleLbl="alignNode1" presStyleIdx="3" presStyleCnt="4"/>
      <dgm:spPr/>
    </dgm:pt>
    <dgm:pt modelId="{06966AC9-1351-45E0-969B-052C6039BCAA}" type="pres">
      <dgm:prSet presAssocID="{9EDC16EF-7A27-4813-BD7F-906DB1A91441}" presName="horz1" presStyleCnt="0"/>
      <dgm:spPr/>
    </dgm:pt>
    <dgm:pt modelId="{6E96546D-88CE-43AC-A5CA-2678DCFA12FB}" type="pres">
      <dgm:prSet presAssocID="{9EDC16EF-7A27-4813-BD7F-906DB1A91441}" presName="tx1" presStyleLbl="revTx" presStyleIdx="3" presStyleCnt="4"/>
      <dgm:spPr/>
    </dgm:pt>
    <dgm:pt modelId="{BB19AFC6-E7AD-4074-A39B-CA35DA87DF8A}" type="pres">
      <dgm:prSet presAssocID="{9EDC16EF-7A27-4813-BD7F-906DB1A91441}" presName="vert1" presStyleCnt="0"/>
      <dgm:spPr/>
    </dgm:pt>
  </dgm:ptLst>
  <dgm:cxnLst>
    <dgm:cxn modelId="{F1B68A19-C742-4D32-92B6-0FA7CA6B1F61}" type="presOf" srcId="{614E9593-1B33-41FF-B978-14F2EF1BA773}" destId="{1541BADE-4F12-4E84-B22A-DD55ACECF50C}" srcOrd="0" destOrd="0" presId="urn:microsoft.com/office/officeart/2008/layout/LinedList"/>
    <dgm:cxn modelId="{5F494E36-7BB4-425D-8D89-C21B327FF739}" type="presOf" srcId="{64E621B1-5372-4A88-B4B3-4DD187D70A5A}" destId="{298BDB91-6678-474C-8058-20271BBC79E0}" srcOrd="0" destOrd="0" presId="urn:microsoft.com/office/officeart/2008/layout/LinedList"/>
    <dgm:cxn modelId="{03D9996E-8D96-400C-9558-9A151F30F686}" type="presOf" srcId="{7CD39F8E-7882-473A-B30C-2B0C943BF70A}" destId="{73B0C2CE-511B-4F40-A2FA-10FF99003296}" srcOrd="0" destOrd="0" presId="urn:microsoft.com/office/officeart/2008/layout/LinedList"/>
    <dgm:cxn modelId="{17B44284-9B04-48BE-B26E-1B11DF941FCB}" type="presOf" srcId="{43992911-ECE6-4207-8D07-174933AD52AF}" destId="{B6CB7297-8C75-40E8-A0B6-696EEFCCBE23}" srcOrd="0" destOrd="0" presId="urn:microsoft.com/office/officeart/2008/layout/LinedList"/>
    <dgm:cxn modelId="{58FBC584-73E8-4013-97AE-AB17FB495BF9}" srcId="{614E9593-1B33-41FF-B978-14F2EF1BA773}" destId="{7CD39F8E-7882-473A-B30C-2B0C943BF70A}" srcOrd="1" destOrd="0" parTransId="{BD81F8D5-C842-4926-A7C5-2C6990D6E974}" sibTransId="{F408FCC3-14B7-470C-B589-12946FCF88EB}"/>
    <dgm:cxn modelId="{32110CA0-A323-4883-9EA2-2B61A9C408B1}" srcId="{614E9593-1B33-41FF-B978-14F2EF1BA773}" destId="{64E621B1-5372-4A88-B4B3-4DD187D70A5A}" srcOrd="2" destOrd="0" parTransId="{824DF661-90AF-43C7-9B76-A37317C68734}" sibTransId="{9AF703E6-CF52-4213-A8E3-3055AB8D7A87}"/>
    <dgm:cxn modelId="{640DB0C1-5458-4B12-9053-8245F5B89B6E}" type="presOf" srcId="{9EDC16EF-7A27-4813-BD7F-906DB1A91441}" destId="{6E96546D-88CE-43AC-A5CA-2678DCFA12FB}" srcOrd="0" destOrd="0" presId="urn:microsoft.com/office/officeart/2008/layout/LinedList"/>
    <dgm:cxn modelId="{6D88DBDF-104C-402E-9CA7-96E72C69543E}" srcId="{614E9593-1B33-41FF-B978-14F2EF1BA773}" destId="{43992911-ECE6-4207-8D07-174933AD52AF}" srcOrd="0" destOrd="0" parTransId="{618CC6E5-B5FD-4DE2-95CF-037449E98F4C}" sibTransId="{D1F953BA-5502-439B-8D00-ECC8DBA88673}"/>
    <dgm:cxn modelId="{F204BFE0-7697-4B5F-9B6A-38B8FB8A830C}" srcId="{614E9593-1B33-41FF-B978-14F2EF1BA773}" destId="{9EDC16EF-7A27-4813-BD7F-906DB1A91441}" srcOrd="3" destOrd="0" parTransId="{AF6FA1EB-DD32-410C-80EB-81B05B4C5658}" sibTransId="{56075B1B-0B0E-4032-84B8-D3AE09634D9E}"/>
    <dgm:cxn modelId="{F2C38266-878D-4DC9-9CC5-664DD69DE153}" type="presParOf" srcId="{1541BADE-4F12-4E84-B22A-DD55ACECF50C}" destId="{1188BABF-06BE-432A-851F-281EA26B01EC}" srcOrd="0" destOrd="0" presId="urn:microsoft.com/office/officeart/2008/layout/LinedList"/>
    <dgm:cxn modelId="{C2AF91D8-91E1-4C8B-B894-BDE487E72C43}" type="presParOf" srcId="{1541BADE-4F12-4E84-B22A-DD55ACECF50C}" destId="{E313D26D-5B7D-4E6C-BB66-9DD99F7A0F1D}" srcOrd="1" destOrd="0" presId="urn:microsoft.com/office/officeart/2008/layout/LinedList"/>
    <dgm:cxn modelId="{0D9616F9-F86D-48D1-AFE3-7C9580F4B5B1}" type="presParOf" srcId="{E313D26D-5B7D-4E6C-BB66-9DD99F7A0F1D}" destId="{B6CB7297-8C75-40E8-A0B6-696EEFCCBE23}" srcOrd="0" destOrd="0" presId="urn:microsoft.com/office/officeart/2008/layout/LinedList"/>
    <dgm:cxn modelId="{9134CE43-C616-4DCF-BAEA-4183C3FC85F8}" type="presParOf" srcId="{E313D26D-5B7D-4E6C-BB66-9DD99F7A0F1D}" destId="{ABF5018F-0A95-40EE-9417-6B5BA193B6A7}" srcOrd="1" destOrd="0" presId="urn:microsoft.com/office/officeart/2008/layout/LinedList"/>
    <dgm:cxn modelId="{7BAF5465-3CF1-4445-92EE-50DDBA8A23A6}" type="presParOf" srcId="{1541BADE-4F12-4E84-B22A-DD55ACECF50C}" destId="{C473660E-1821-4C16-8998-0425D3479B4D}" srcOrd="2" destOrd="0" presId="urn:microsoft.com/office/officeart/2008/layout/LinedList"/>
    <dgm:cxn modelId="{7BD34FAF-1B75-44FD-B162-B25911B0A5F2}" type="presParOf" srcId="{1541BADE-4F12-4E84-B22A-DD55ACECF50C}" destId="{5F373ECC-7780-44CF-94AD-34AFEBF44E3F}" srcOrd="3" destOrd="0" presId="urn:microsoft.com/office/officeart/2008/layout/LinedList"/>
    <dgm:cxn modelId="{C76CC79F-7D2B-4445-9EAA-6C033FD204E5}" type="presParOf" srcId="{5F373ECC-7780-44CF-94AD-34AFEBF44E3F}" destId="{73B0C2CE-511B-4F40-A2FA-10FF99003296}" srcOrd="0" destOrd="0" presId="urn:microsoft.com/office/officeart/2008/layout/LinedList"/>
    <dgm:cxn modelId="{5D7C898B-3C2F-431F-BAD9-1D9D00BF96D6}" type="presParOf" srcId="{5F373ECC-7780-44CF-94AD-34AFEBF44E3F}" destId="{1D9F4F31-CD1E-4254-AC5D-FDC08DE33DF2}" srcOrd="1" destOrd="0" presId="urn:microsoft.com/office/officeart/2008/layout/LinedList"/>
    <dgm:cxn modelId="{5D6785C1-C882-406D-8747-7BBB9D37A344}" type="presParOf" srcId="{1541BADE-4F12-4E84-B22A-DD55ACECF50C}" destId="{ED3789BD-F590-44E3-B64A-6735E9FB071D}" srcOrd="4" destOrd="0" presId="urn:microsoft.com/office/officeart/2008/layout/LinedList"/>
    <dgm:cxn modelId="{2597A114-C63C-4CD9-8E90-CBC849CA8AD0}" type="presParOf" srcId="{1541BADE-4F12-4E84-B22A-DD55ACECF50C}" destId="{413F8EBD-F06E-41C5-8063-567FF815E256}" srcOrd="5" destOrd="0" presId="urn:microsoft.com/office/officeart/2008/layout/LinedList"/>
    <dgm:cxn modelId="{C333700C-3001-4610-B73B-F0E107C66AC3}" type="presParOf" srcId="{413F8EBD-F06E-41C5-8063-567FF815E256}" destId="{298BDB91-6678-474C-8058-20271BBC79E0}" srcOrd="0" destOrd="0" presId="urn:microsoft.com/office/officeart/2008/layout/LinedList"/>
    <dgm:cxn modelId="{311C3E0D-F384-4D06-B5A8-F2B8A154D375}" type="presParOf" srcId="{413F8EBD-F06E-41C5-8063-567FF815E256}" destId="{8CB29FE0-5504-4433-8632-8033FF9932D9}" srcOrd="1" destOrd="0" presId="urn:microsoft.com/office/officeart/2008/layout/LinedList"/>
    <dgm:cxn modelId="{50F1642F-C661-4FD3-BE57-A0A87EDC9D01}" type="presParOf" srcId="{1541BADE-4F12-4E84-B22A-DD55ACECF50C}" destId="{0A776743-0AF6-40A1-9CDF-24D17292E964}" srcOrd="6" destOrd="0" presId="urn:microsoft.com/office/officeart/2008/layout/LinedList"/>
    <dgm:cxn modelId="{65ED9017-7C74-4917-8E5A-04707B02DEB0}" type="presParOf" srcId="{1541BADE-4F12-4E84-B22A-DD55ACECF50C}" destId="{06966AC9-1351-45E0-969B-052C6039BCAA}" srcOrd="7" destOrd="0" presId="urn:microsoft.com/office/officeart/2008/layout/LinedList"/>
    <dgm:cxn modelId="{E32D42A9-43CD-4412-9943-D71F3B9699BE}" type="presParOf" srcId="{06966AC9-1351-45E0-969B-052C6039BCAA}" destId="{6E96546D-88CE-43AC-A5CA-2678DCFA12FB}" srcOrd="0" destOrd="0" presId="urn:microsoft.com/office/officeart/2008/layout/LinedList"/>
    <dgm:cxn modelId="{EEA181F8-ADF8-4C2B-B3A1-AD27597576C5}" type="presParOf" srcId="{06966AC9-1351-45E0-969B-052C6039BCAA}" destId="{BB19AFC6-E7AD-4074-A39B-CA35DA87DF8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9C4238E-A739-4FEC-85EA-F34A4E92E50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B9A09338-F4E6-452B-BA1C-DC795A3D677B}">
      <dgm:prSet/>
      <dgm:spPr/>
      <dgm:t>
        <a:bodyPr/>
        <a:lstStyle/>
        <a:p>
          <a:r>
            <a:rPr lang="es-MX" i="1"/>
            <a:t>"Nuestra solución aborda los problemas críticos identificados:</a:t>
          </a:r>
          <a:endParaRPr lang="en-US"/>
        </a:p>
      </dgm:t>
    </dgm:pt>
    <dgm:pt modelId="{C1BCDD6F-5616-4DEF-BF89-0985C51C4CB9}" type="parTrans" cxnId="{916FD706-933F-44D3-9F27-F6AF0B26EF6C}">
      <dgm:prSet/>
      <dgm:spPr/>
      <dgm:t>
        <a:bodyPr/>
        <a:lstStyle/>
        <a:p>
          <a:endParaRPr lang="en-US"/>
        </a:p>
      </dgm:t>
    </dgm:pt>
    <dgm:pt modelId="{341B16B5-8CFF-4454-ABD6-B9FE36436B95}" type="sibTrans" cxnId="{916FD706-933F-44D3-9F27-F6AF0B26EF6C}">
      <dgm:prSet/>
      <dgm:spPr/>
      <dgm:t>
        <a:bodyPr/>
        <a:lstStyle/>
        <a:p>
          <a:endParaRPr lang="en-US"/>
        </a:p>
      </dgm:t>
    </dgm:pt>
    <dgm:pt modelId="{19B42CC1-5AD0-4BD3-9BE7-D47E9900ADEC}">
      <dgm:prSet/>
      <dgm:spPr/>
      <dgm:t>
        <a:bodyPr/>
        <a:lstStyle/>
        <a:p>
          <a:r>
            <a:rPr lang="es-MX" i="1"/>
            <a:t>Elimina duplicidad y mejora trazabilidad</a:t>
          </a:r>
          <a:endParaRPr lang="en-US"/>
        </a:p>
      </dgm:t>
    </dgm:pt>
    <dgm:pt modelId="{FEAB86F4-C81F-47D5-834F-AD1208A82314}" type="parTrans" cxnId="{8DE49898-F3DE-426E-808D-234D2DD50051}">
      <dgm:prSet/>
      <dgm:spPr/>
      <dgm:t>
        <a:bodyPr/>
        <a:lstStyle/>
        <a:p>
          <a:endParaRPr lang="en-US"/>
        </a:p>
      </dgm:t>
    </dgm:pt>
    <dgm:pt modelId="{CB7984DE-46EA-4864-BB00-307ECBB3D423}" type="sibTrans" cxnId="{8DE49898-F3DE-426E-808D-234D2DD50051}">
      <dgm:prSet/>
      <dgm:spPr/>
      <dgm:t>
        <a:bodyPr/>
        <a:lstStyle/>
        <a:p>
          <a:endParaRPr lang="en-US"/>
        </a:p>
      </dgm:t>
    </dgm:pt>
    <dgm:pt modelId="{486A24E0-03A6-49CE-AC9A-6EE6CDB45A33}">
      <dgm:prSet/>
      <dgm:spPr/>
      <dgm:t>
        <a:bodyPr/>
        <a:lstStyle/>
        <a:p>
          <a:r>
            <a:rPr lang="es-MX" i="1"/>
            <a:t>Registra pausas y documentos esenciales</a:t>
          </a:r>
          <a:endParaRPr lang="en-US"/>
        </a:p>
      </dgm:t>
    </dgm:pt>
    <dgm:pt modelId="{97E4B562-6A8F-48C0-B4DB-E6EE32149C9C}" type="parTrans" cxnId="{CC976DF7-5FA1-4200-9CCF-8279C2807B9A}">
      <dgm:prSet/>
      <dgm:spPr/>
      <dgm:t>
        <a:bodyPr/>
        <a:lstStyle/>
        <a:p>
          <a:endParaRPr lang="en-US"/>
        </a:p>
      </dgm:t>
    </dgm:pt>
    <dgm:pt modelId="{51800B0E-A549-4590-A1C2-FA2F8272AB0F}" type="sibTrans" cxnId="{CC976DF7-5FA1-4200-9CCF-8279C2807B9A}">
      <dgm:prSet/>
      <dgm:spPr/>
      <dgm:t>
        <a:bodyPr/>
        <a:lstStyle/>
        <a:p>
          <a:endParaRPr lang="en-US"/>
        </a:p>
      </dgm:t>
    </dgm:pt>
    <dgm:pt modelId="{853D1491-BDDA-4236-A13F-D5AA3013B131}">
      <dgm:prSet/>
      <dgm:spPr/>
      <dgm:t>
        <a:bodyPr/>
        <a:lstStyle/>
        <a:p>
          <a:r>
            <a:rPr lang="es-MX" i="1"/>
            <a:t>Entrega reportes prioritarios para la operación diaria</a:t>
          </a:r>
          <a:endParaRPr lang="en-US"/>
        </a:p>
      </dgm:t>
    </dgm:pt>
    <dgm:pt modelId="{D164D398-E731-4F05-A537-AE68817C501B}" type="parTrans" cxnId="{56B40D09-0725-4BBE-A7FB-6F14BC650821}">
      <dgm:prSet/>
      <dgm:spPr/>
      <dgm:t>
        <a:bodyPr/>
        <a:lstStyle/>
        <a:p>
          <a:endParaRPr lang="en-US"/>
        </a:p>
      </dgm:t>
    </dgm:pt>
    <dgm:pt modelId="{B809414C-6825-4614-B3EE-B6B01EDA1AFE}" type="sibTrans" cxnId="{56B40D09-0725-4BBE-A7FB-6F14BC650821}">
      <dgm:prSet/>
      <dgm:spPr/>
      <dgm:t>
        <a:bodyPr/>
        <a:lstStyle/>
        <a:p>
          <a:endParaRPr lang="en-US"/>
        </a:p>
      </dgm:t>
    </dgm:pt>
    <dgm:pt modelId="{589EECAE-38B0-4E13-B831-11AA744F5719}">
      <dgm:prSet/>
      <dgm:spPr/>
      <dgm:t>
        <a:bodyPr/>
        <a:lstStyle/>
        <a:p>
          <a:r>
            <a:rPr lang="es-MX" i="1"/>
            <a:t>Responde a los plazos y alcance definidos"</a:t>
          </a:r>
          <a:endParaRPr lang="en-US"/>
        </a:p>
      </dgm:t>
    </dgm:pt>
    <dgm:pt modelId="{154E1471-8B6D-4A8C-8E14-B989A9851F60}" type="parTrans" cxnId="{01F11B34-4467-4BB9-9644-FDC48D6E8325}">
      <dgm:prSet/>
      <dgm:spPr/>
      <dgm:t>
        <a:bodyPr/>
        <a:lstStyle/>
        <a:p>
          <a:endParaRPr lang="en-US"/>
        </a:p>
      </dgm:t>
    </dgm:pt>
    <dgm:pt modelId="{C537F32F-01DD-450C-9B51-46FF5DA9239C}" type="sibTrans" cxnId="{01F11B34-4467-4BB9-9644-FDC48D6E8325}">
      <dgm:prSet/>
      <dgm:spPr/>
      <dgm:t>
        <a:bodyPr/>
        <a:lstStyle/>
        <a:p>
          <a:endParaRPr lang="en-US"/>
        </a:p>
      </dgm:t>
    </dgm:pt>
    <dgm:pt modelId="{D3CF22F1-B84F-4754-AAA0-21D730F6655E}" type="pres">
      <dgm:prSet presAssocID="{59C4238E-A739-4FEC-85EA-F34A4E92E50D}" presName="root" presStyleCnt="0">
        <dgm:presLayoutVars>
          <dgm:dir/>
          <dgm:resizeHandles val="exact"/>
        </dgm:presLayoutVars>
      </dgm:prSet>
      <dgm:spPr/>
    </dgm:pt>
    <dgm:pt modelId="{13B15A60-CEBD-49D8-89F3-F7B845F1CBE0}" type="pres">
      <dgm:prSet presAssocID="{B9A09338-F4E6-452B-BA1C-DC795A3D677B}" presName="compNode" presStyleCnt="0"/>
      <dgm:spPr/>
    </dgm:pt>
    <dgm:pt modelId="{0E0776DD-7495-4ABD-81F4-137EEEBE8D39}" type="pres">
      <dgm:prSet presAssocID="{B9A09338-F4E6-452B-BA1C-DC795A3D677B}" presName="bgRect" presStyleLbl="bgShp" presStyleIdx="0" presStyleCnt="5"/>
      <dgm:spPr/>
    </dgm:pt>
    <dgm:pt modelId="{1647D864-C857-48E4-8874-E16AC8481145}" type="pres">
      <dgm:prSet presAssocID="{B9A09338-F4E6-452B-BA1C-DC795A3D677B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lámpagos"/>
        </a:ext>
      </dgm:extLst>
    </dgm:pt>
    <dgm:pt modelId="{B8B10270-E426-412B-8C57-8731704FEB78}" type="pres">
      <dgm:prSet presAssocID="{B9A09338-F4E6-452B-BA1C-DC795A3D677B}" presName="spaceRect" presStyleCnt="0"/>
      <dgm:spPr/>
    </dgm:pt>
    <dgm:pt modelId="{A592B2F3-1FB0-4F2F-8890-726036DF5503}" type="pres">
      <dgm:prSet presAssocID="{B9A09338-F4E6-452B-BA1C-DC795A3D677B}" presName="parTx" presStyleLbl="revTx" presStyleIdx="0" presStyleCnt="5">
        <dgm:presLayoutVars>
          <dgm:chMax val="0"/>
          <dgm:chPref val="0"/>
        </dgm:presLayoutVars>
      </dgm:prSet>
      <dgm:spPr/>
    </dgm:pt>
    <dgm:pt modelId="{567265E1-C1D0-45D8-BC2D-FB4CC9B303BF}" type="pres">
      <dgm:prSet presAssocID="{341B16B5-8CFF-4454-ABD6-B9FE36436B95}" presName="sibTrans" presStyleCnt="0"/>
      <dgm:spPr/>
    </dgm:pt>
    <dgm:pt modelId="{222AD71E-4B14-4052-801B-A63477DF4D5B}" type="pres">
      <dgm:prSet presAssocID="{19B42CC1-5AD0-4BD3-9BE7-D47E9900ADEC}" presName="compNode" presStyleCnt="0"/>
      <dgm:spPr/>
    </dgm:pt>
    <dgm:pt modelId="{46D69E78-D054-4C68-BA1D-4B92A79F9649}" type="pres">
      <dgm:prSet presAssocID="{19B42CC1-5AD0-4BD3-9BE7-D47E9900ADEC}" presName="bgRect" presStyleLbl="bgShp" presStyleIdx="1" presStyleCnt="5"/>
      <dgm:spPr/>
    </dgm:pt>
    <dgm:pt modelId="{3A6B8500-BBB8-466C-BB33-52EF81F55A64}" type="pres">
      <dgm:prSet presAssocID="{19B42CC1-5AD0-4BD3-9BE7-D47E9900ADEC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89A7C597-9B99-4FCB-B371-80558555291E}" type="pres">
      <dgm:prSet presAssocID="{19B42CC1-5AD0-4BD3-9BE7-D47E9900ADEC}" presName="spaceRect" presStyleCnt="0"/>
      <dgm:spPr/>
    </dgm:pt>
    <dgm:pt modelId="{01F37471-9044-41C1-A53A-E767C72067EE}" type="pres">
      <dgm:prSet presAssocID="{19B42CC1-5AD0-4BD3-9BE7-D47E9900ADEC}" presName="parTx" presStyleLbl="revTx" presStyleIdx="1" presStyleCnt="5">
        <dgm:presLayoutVars>
          <dgm:chMax val="0"/>
          <dgm:chPref val="0"/>
        </dgm:presLayoutVars>
      </dgm:prSet>
      <dgm:spPr/>
    </dgm:pt>
    <dgm:pt modelId="{ED0B0C6F-B6B9-4CCC-9E80-12574BF34C97}" type="pres">
      <dgm:prSet presAssocID="{CB7984DE-46EA-4864-BB00-307ECBB3D423}" presName="sibTrans" presStyleCnt="0"/>
      <dgm:spPr/>
    </dgm:pt>
    <dgm:pt modelId="{1B74DF3A-F5CE-4C09-9B18-115BC9A3DD82}" type="pres">
      <dgm:prSet presAssocID="{486A24E0-03A6-49CE-AC9A-6EE6CDB45A33}" presName="compNode" presStyleCnt="0"/>
      <dgm:spPr/>
    </dgm:pt>
    <dgm:pt modelId="{F6B6ACFC-7D80-4C35-ADEE-FC9BDA9A4057}" type="pres">
      <dgm:prSet presAssocID="{486A24E0-03A6-49CE-AC9A-6EE6CDB45A33}" presName="bgRect" presStyleLbl="bgShp" presStyleIdx="2" presStyleCnt="5"/>
      <dgm:spPr/>
    </dgm:pt>
    <dgm:pt modelId="{8E7CBAE1-51B2-432E-8873-3C12506FC79F}" type="pres">
      <dgm:prSet presAssocID="{486A24E0-03A6-49CE-AC9A-6EE6CDB45A33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ronómetro"/>
        </a:ext>
      </dgm:extLst>
    </dgm:pt>
    <dgm:pt modelId="{CC89AA3A-6870-47B1-B7E3-B6A0C8DDB519}" type="pres">
      <dgm:prSet presAssocID="{486A24E0-03A6-49CE-AC9A-6EE6CDB45A33}" presName="spaceRect" presStyleCnt="0"/>
      <dgm:spPr/>
    </dgm:pt>
    <dgm:pt modelId="{6EA43935-E602-4D0F-8946-22E1DB70C87C}" type="pres">
      <dgm:prSet presAssocID="{486A24E0-03A6-49CE-AC9A-6EE6CDB45A33}" presName="parTx" presStyleLbl="revTx" presStyleIdx="2" presStyleCnt="5">
        <dgm:presLayoutVars>
          <dgm:chMax val="0"/>
          <dgm:chPref val="0"/>
        </dgm:presLayoutVars>
      </dgm:prSet>
      <dgm:spPr/>
    </dgm:pt>
    <dgm:pt modelId="{C32D6148-ABD4-4316-B825-BF0135A6AB6A}" type="pres">
      <dgm:prSet presAssocID="{51800B0E-A549-4590-A1C2-FA2F8272AB0F}" presName="sibTrans" presStyleCnt="0"/>
      <dgm:spPr/>
    </dgm:pt>
    <dgm:pt modelId="{FCA06D9B-015C-4085-BDDB-54A5F03E4258}" type="pres">
      <dgm:prSet presAssocID="{853D1491-BDDA-4236-A13F-D5AA3013B131}" presName="compNode" presStyleCnt="0"/>
      <dgm:spPr/>
    </dgm:pt>
    <dgm:pt modelId="{B5EA1DCD-F864-4DD9-923A-B8D529998B2C}" type="pres">
      <dgm:prSet presAssocID="{853D1491-BDDA-4236-A13F-D5AA3013B131}" presName="bgRect" presStyleLbl="bgShp" presStyleIdx="3" presStyleCnt="5"/>
      <dgm:spPr/>
    </dgm:pt>
    <dgm:pt modelId="{0115A2FD-B3A6-47BE-AEF5-47AEFB3D0711}" type="pres">
      <dgm:prSet presAssocID="{853D1491-BDDA-4236-A13F-D5AA3013B131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sta de comprobación"/>
        </a:ext>
      </dgm:extLst>
    </dgm:pt>
    <dgm:pt modelId="{8AF3B183-9764-4BBD-AE31-9811CD9A49AF}" type="pres">
      <dgm:prSet presAssocID="{853D1491-BDDA-4236-A13F-D5AA3013B131}" presName="spaceRect" presStyleCnt="0"/>
      <dgm:spPr/>
    </dgm:pt>
    <dgm:pt modelId="{626A428E-9B97-4A96-888F-357D620176F7}" type="pres">
      <dgm:prSet presAssocID="{853D1491-BDDA-4236-A13F-D5AA3013B131}" presName="parTx" presStyleLbl="revTx" presStyleIdx="3" presStyleCnt="5">
        <dgm:presLayoutVars>
          <dgm:chMax val="0"/>
          <dgm:chPref val="0"/>
        </dgm:presLayoutVars>
      </dgm:prSet>
      <dgm:spPr/>
    </dgm:pt>
    <dgm:pt modelId="{5634141A-F208-4AD1-905B-562117A3C8A5}" type="pres">
      <dgm:prSet presAssocID="{B809414C-6825-4614-B3EE-B6B01EDA1AFE}" presName="sibTrans" presStyleCnt="0"/>
      <dgm:spPr/>
    </dgm:pt>
    <dgm:pt modelId="{2B0608F3-4C5F-40D3-B41E-CF17D20DDC7F}" type="pres">
      <dgm:prSet presAssocID="{589EECAE-38B0-4E13-B831-11AA744F5719}" presName="compNode" presStyleCnt="0"/>
      <dgm:spPr/>
    </dgm:pt>
    <dgm:pt modelId="{003818F2-5D14-414D-8A26-62F02B0793C1}" type="pres">
      <dgm:prSet presAssocID="{589EECAE-38B0-4E13-B831-11AA744F5719}" presName="bgRect" presStyleLbl="bgShp" presStyleIdx="4" presStyleCnt="5"/>
      <dgm:spPr/>
    </dgm:pt>
    <dgm:pt modelId="{B6835F38-4DEB-47E1-BEF7-FC4E27A104D0}" type="pres">
      <dgm:prSet presAssocID="{589EECAE-38B0-4E13-B831-11AA744F5719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gáfono"/>
        </a:ext>
      </dgm:extLst>
    </dgm:pt>
    <dgm:pt modelId="{B154452B-353F-4224-A7B7-E22FE757CAEE}" type="pres">
      <dgm:prSet presAssocID="{589EECAE-38B0-4E13-B831-11AA744F5719}" presName="spaceRect" presStyleCnt="0"/>
      <dgm:spPr/>
    </dgm:pt>
    <dgm:pt modelId="{92AD01C5-EEA9-4778-9AFA-06013A20A9F4}" type="pres">
      <dgm:prSet presAssocID="{589EECAE-38B0-4E13-B831-11AA744F5719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916FD706-933F-44D3-9F27-F6AF0B26EF6C}" srcId="{59C4238E-A739-4FEC-85EA-F34A4E92E50D}" destId="{B9A09338-F4E6-452B-BA1C-DC795A3D677B}" srcOrd="0" destOrd="0" parTransId="{C1BCDD6F-5616-4DEF-BF89-0985C51C4CB9}" sibTransId="{341B16B5-8CFF-4454-ABD6-B9FE36436B95}"/>
    <dgm:cxn modelId="{56B40D09-0725-4BBE-A7FB-6F14BC650821}" srcId="{59C4238E-A739-4FEC-85EA-F34A4E92E50D}" destId="{853D1491-BDDA-4236-A13F-D5AA3013B131}" srcOrd="3" destOrd="0" parTransId="{D164D398-E731-4F05-A537-AE68817C501B}" sibTransId="{B809414C-6825-4614-B3EE-B6B01EDA1AFE}"/>
    <dgm:cxn modelId="{31478431-102A-4C0D-A74B-90FC155FC19D}" type="presOf" srcId="{B9A09338-F4E6-452B-BA1C-DC795A3D677B}" destId="{A592B2F3-1FB0-4F2F-8890-726036DF5503}" srcOrd="0" destOrd="0" presId="urn:microsoft.com/office/officeart/2018/2/layout/IconVerticalSolidList"/>
    <dgm:cxn modelId="{01F11B34-4467-4BB9-9644-FDC48D6E8325}" srcId="{59C4238E-A739-4FEC-85EA-F34A4E92E50D}" destId="{589EECAE-38B0-4E13-B831-11AA744F5719}" srcOrd="4" destOrd="0" parTransId="{154E1471-8B6D-4A8C-8E14-B989A9851F60}" sibTransId="{C537F32F-01DD-450C-9B51-46FF5DA9239C}"/>
    <dgm:cxn modelId="{5A9D4C7D-80E8-4C91-9DCC-2EE868251284}" type="presOf" srcId="{853D1491-BDDA-4236-A13F-D5AA3013B131}" destId="{626A428E-9B97-4A96-888F-357D620176F7}" srcOrd="0" destOrd="0" presId="urn:microsoft.com/office/officeart/2018/2/layout/IconVerticalSolidList"/>
    <dgm:cxn modelId="{DDFE1B80-87B2-4008-8F1F-6E11AB91DBE1}" type="presOf" srcId="{19B42CC1-5AD0-4BD3-9BE7-D47E9900ADEC}" destId="{01F37471-9044-41C1-A53A-E767C72067EE}" srcOrd="0" destOrd="0" presId="urn:microsoft.com/office/officeart/2018/2/layout/IconVerticalSolidList"/>
    <dgm:cxn modelId="{D043B88E-286C-4656-8D3E-ACE39335C487}" type="presOf" srcId="{59C4238E-A739-4FEC-85EA-F34A4E92E50D}" destId="{D3CF22F1-B84F-4754-AAA0-21D730F6655E}" srcOrd="0" destOrd="0" presId="urn:microsoft.com/office/officeart/2018/2/layout/IconVerticalSolidList"/>
    <dgm:cxn modelId="{8DE49898-F3DE-426E-808D-234D2DD50051}" srcId="{59C4238E-A739-4FEC-85EA-F34A4E92E50D}" destId="{19B42CC1-5AD0-4BD3-9BE7-D47E9900ADEC}" srcOrd="1" destOrd="0" parTransId="{FEAB86F4-C81F-47D5-834F-AD1208A82314}" sibTransId="{CB7984DE-46EA-4864-BB00-307ECBB3D423}"/>
    <dgm:cxn modelId="{45FEE3C2-83E6-4086-8EA8-7F18E9E3A2C5}" type="presOf" srcId="{486A24E0-03A6-49CE-AC9A-6EE6CDB45A33}" destId="{6EA43935-E602-4D0F-8946-22E1DB70C87C}" srcOrd="0" destOrd="0" presId="urn:microsoft.com/office/officeart/2018/2/layout/IconVerticalSolidList"/>
    <dgm:cxn modelId="{07242FC6-6429-4887-8EE5-9DA12E94C565}" type="presOf" srcId="{589EECAE-38B0-4E13-B831-11AA744F5719}" destId="{92AD01C5-EEA9-4778-9AFA-06013A20A9F4}" srcOrd="0" destOrd="0" presId="urn:microsoft.com/office/officeart/2018/2/layout/IconVerticalSolidList"/>
    <dgm:cxn modelId="{CC976DF7-5FA1-4200-9CCF-8279C2807B9A}" srcId="{59C4238E-A739-4FEC-85EA-F34A4E92E50D}" destId="{486A24E0-03A6-49CE-AC9A-6EE6CDB45A33}" srcOrd="2" destOrd="0" parTransId="{97E4B562-6A8F-48C0-B4DB-E6EE32149C9C}" sibTransId="{51800B0E-A549-4590-A1C2-FA2F8272AB0F}"/>
    <dgm:cxn modelId="{1A6661F6-1E9E-4BB6-9010-E7DF0B8E4631}" type="presParOf" srcId="{D3CF22F1-B84F-4754-AAA0-21D730F6655E}" destId="{13B15A60-CEBD-49D8-89F3-F7B845F1CBE0}" srcOrd="0" destOrd="0" presId="urn:microsoft.com/office/officeart/2018/2/layout/IconVerticalSolidList"/>
    <dgm:cxn modelId="{875025A0-D4DD-4D0E-AC2C-EAE61E0B06C7}" type="presParOf" srcId="{13B15A60-CEBD-49D8-89F3-F7B845F1CBE0}" destId="{0E0776DD-7495-4ABD-81F4-137EEEBE8D39}" srcOrd="0" destOrd="0" presId="urn:microsoft.com/office/officeart/2018/2/layout/IconVerticalSolidList"/>
    <dgm:cxn modelId="{FB9DBDFF-E440-4204-A3E3-666F983DDACC}" type="presParOf" srcId="{13B15A60-CEBD-49D8-89F3-F7B845F1CBE0}" destId="{1647D864-C857-48E4-8874-E16AC8481145}" srcOrd="1" destOrd="0" presId="urn:microsoft.com/office/officeart/2018/2/layout/IconVerticalSolidList"/>
    <dgm:cxn modelId="{FF33BC66-8052-431B-B5D6-73B591D8591E}" type="presParOf" srcId="{13B15A60-CEBD-49D8-89F3-F7B845F1CBE0}" destId="{B8B10270-E426-412B-8C57-8731704FEB78}" srcOrd="2" destOrd="0" presId="urn:microsoft.com/office/officeart/2018/2/layout/IconVerticalSolidList"/>
    <dgm:cxn modelId="{51C6B0B7-4D3E-4A6E-AD02-5CA05ED5B913}" type="presParOf" srcId="{13B15A60-CEBD-49D8-89F3-F7B845F1CBE0}" destId="{A592B2F3-1FB0-4F2F-8890-726036DF5503}" srcOrd="3" destOrd="0" presId="urn:microsoft.com/office/officeart/2018/2/layout/IconVerticalSolidList"/>
    <dgm:cxn modelId="{2F3F6F3C-56C0-4D96-AA6F-8489C59E9D3F}" type="presParOf" srcId="{D3CF22F1-B84F-4754-AAA0-21D730F6655E}" destId="{567265E1-C1D0-45D8-BC2D-FB4CC9B303BF}" srcOrd="1" destOrd="0" presId="urn:microsoft.com/office/officeart/2018/2/layout/IconVerticalSolidList"/>
    <dgm:cxn modelId="{BE4C7471-4095-40A8-9D52-061FCEA537BD}" type="presParOf" srcId="{D3CF22F1-B84F-4754-AAA0-21D730F6655E}" destId="{222AD71E-4B14-4052-801B-A63477DF4D5B}" srcOrd="2" destOrd="0" presId="urn:microsoft.com/office/officeart/2018/2/layout/IconVerticalSolidList"/>
    <dgm:cxn modelId="{8128E156-F0E6-4204-AF91-364CA64EC1B2}" type="presParOf" srcId="{222AD71E-4B14-4052-801B-A63477DF4D5B}" destId="{46D69E78-D054-4C68-BA1D-4B92A79F9649}" srcOrd="0" destOrd="0" presId="urn:microsoft.com/office/officeart/2018/2/layout/IconVerticalSolidList"/>
    <dgm:cxn modelId="{8152D35D-C501-4D32-BF1E-1E7E86D8DB9E}" type="presParOf" srcId="{222AD71E-4B14-4052-801B-A63477DF4D5B}" destId="{3A6B8500-BBB8-466C-BB33-52EF81F55A64}" srcOrd="1" destOrd="0" presId="urn:microsoft.com/office/officeart/2018/2/layout/IconVerticalSolidList"/>
    <dgm:cxn modelId="{8FBBFC07-74B0-4780-BA74-B50CAD60DA91}" type="presParOf" srcId="{222AD71E-4B14-4052-801B-A63477DF4D5B}" destId="{89A7C597-9B99-4FCB-B371-80558555291E}" srcOrd="2" destOrd="0" presId="urn:microsoft.com/office/officeart/2018/2/layout/IconVerticalSolidList"/>
    <dgm:cxn modelId="{F8BDB575-F4AD-4100-BC57-3911CC6A602B}" type="presParOf" srcId="{222AD71E-4B14-4052-801B-A63477DF4D5B}" destId="{01F37471-9044-41C1-A53A-E767C72067EE}" srcOrd="3" destOrd="0" presId="urn:microsoft.com/office/officeart/2018/2/layout/IconVerticalSolidList"/>
    <dgm:cxn modelId="{F142AD94-9EE9-47FF-9D06-295B27104EE7}" type="presParOf" srcId="{D3CF22F1-B84F-4754-AAA0-21D730F6655E}" destId="{ED0B0C6F-B6B9-4CCC-9E80-12574BF34C97}" srcOrd="3" destOrd="0" presId="urn:microsoft.com/office/officeart/2018/2/layout/IconVerticalSolidList"/>
    <dgm:cxn modelId="{BCB8093A-DBD3-4F2E-AD9C-D5098CAF5E03}" type="presParOf" srcId="{D3CF22F1-B84F-4754-AAA0-21D730F6655E}" destId="{1B74DF3A-F5CE-4C09-9B18-115BC9A3DD82}" srcOrd="4" destOrd="0" presId="urn:microsoft.com/office/officeart/2018/2/layout/IconVerticalSolidList"/>
    <dgm:cxn modelId="{95F5CAE5-6B04-4182-B9FA-CB3CFC1F6D34}" type="presParOf" srcId="{1B74DF3A-F5CE-4C09-9B18-115BC9A3DD82}" destId="{F6B6ACFC-7D80-4C35-ADEE-FC9BDA9A4057}" srcOrd="0" destOrd="0" presId="urn:microsoft.com/office/officeart/2018/2/layout/IconVerticalSolidList"/>
    <dgm:cxn modelId="{80CCBD52-CF18-49BF-A534-624D672C4D45}" type="presParOf" srcId="{1B74DF3A-F5CE-4C09-9B18-115BC9A3DD82}" destId="{8E7CBAE1-51B2-432E-8873-3C12506FC79F}" srcOrd="1" destOrd="0" presId="urn:microsoft.com/office/officeart/2018/2/layout/IconVerticalSolidList"/>
    <dgm:cxn modelId="{C5CC3331-2625-4E11-8C0B-6E79ABF7581B}" type="presParOf" srcId="{1B74DF3A-F5CE-4C09-9B18-115BC9A3DD82}" destId="{CC89AA3A-6870-47B1-B7E3-B6A0C8DDB519}" srcOrd="2" destOrd="0" presId="urn:microsoft.com/office/officeart/2018/2/layout/IconVerticalSolidList"/>
    <dgm:cxn modelId="{0C697BE3-5C05-4AE8-9531-4314FBEBA294}" type="presParOf" srcId="{1B74DF3A-F5CE-4C09-9B18-115BC9A3DD82}" destId="{6EA43935-E602-4D0F-8946-22E1DB70C87C}" srcOrd="3" destOrd="0" presId="urn:microsoft.com/office/officeart/2018/2/layout/IconVerticalSolidList"/>
    <dgm:cxn modelId="{5CC79998-EE7D-423A-9E07-E6E36FD47C2B}" type="presParOf" srcId="{D3CF22F1-B84F-4754-AAA0-21D730F6655E}" destId="{C32D6148-ABD4-4316-B825-BF0135A6AB6A}" srcOrd="5" destOrd="0" presId="urn:microsoft.com/office/officeart/2018/2/layout/IconVerticalSolidList"/>
    <dgm:cxn modelId="{8260384E-E50E-4568-A0D5-FADE452E4F04}" type="presParOf" srcId="{D3CF22F1-B84F-4754-AAA0-21D730F6655E}" destId="{FCA06D9B-015C-4085-BDDB-54A5F03E4258}" srcOrd="6" destOrd="0" presId="urn:microsoft.com/office/officeart/2018/2/layout/IconVerticalSolidList"/>
    <dgm:cxn modelId="{1C38266F-35F0-4E21-ABCB-108B58DCB917}" type="presParOf" srcId="{FCA06D9B-015C-4085-BDDB-54A5F03E4258}" destId="{B5EA1DCD-F864-4DD9-923A-B8D529998B2C}" srcOrd="0" destOrd="0" presId="urn:microsoft.com/office/officeart/2018/2/layout/IconVerticalSolidList"/>
    <dgm:cxn modelId="{3E7CF9D9-7D8E-4A95-938F-AAC04EDC3F56}" type="presParOf" srcId="{FCA06D9B-015C-4085-BDDB-54A5F03E4258}" destId="{0115A2FD-B3A6-47BE-AEF5-47AEFB3D0711}" srcOrd="1" destOrd="0" presId="urn:microsoft.com/office/officeart/2018/2/layout/IconVerticalSolidList"/>
    <dgm:cxn modelId="{1FFE3281-57B4-4E2A-B848-E04CFA5779BA}" type="presParOf" srcId="{FCA06D9B-015C-4085-BDDB-54A5F03E4258}" destId="{8AF3B183-9764-4BBD-AE31-9811CD9A49AF}" srcOrd="2" destOrd="0" presId="urn:microsoft.com/office/officeart/2018/2/layout/IconVerticalSolidList"/>
    <dgm:cxn modelId="{C3B3D8FE-7B14-456D-917D-5DD5A279B515}" type="presParOf" srcId="{FCA06D9B-015C-4085-BDDB-54A5F03E4258}" destId="{626A428E-9B97-4A96-888F-357D620176F7}" srcOrd="3" destOrd="0" presId="urn:microsoft.com/office/officeart/2018/2/layout/IconVerticalSolidList"/>
    <dgm:cxn modelId="{F81FD463-D19A-4D72-9956-71A894EE6B5A}" type="presParOf" srcId="{D3CF22F1-B84F-4754-AAA0-21D730F6655E}" destId="{5634141A-F208-4AD1-905B-562117A3C8A5}" srcOrd="7" destOrd="0" presId="urn:microsoft.com/office/officeart/2018/2/layout/IconVerticalSolidList"/>
    <dgm:cxn modelId="{6B93AEFA-EB95-4C54-962B-9F4792D36654}" type="presParOf" srcId="{D3CF22F1-B84F-4754-AAA0-21D730F6655E}" destId="{2B0608F3-4C5F-40D3-B41E-CF17D20DDC7F}" srcOrd="8" destOrd="0" presId="urn:microsoft.com/office/officeart/2018/2/layout/IconVerticalSolidList"/>
    <dgm:cxn modelId="{DD4BE6A9-5789-49FC-A24C-314AE604EC39}" type="presParOf" srcId="{2B0608F3-4C5F-40D3-B41E-CF17D20DDC7F}" destId="{003818F2-5D14-414D-8A26-62F02B0793C1}" srcOrd="0" destOrd="0" presId="urn:microsoft.com/office/officeart/2018/2/layout/IconVerticalSolidList"/>
    <dgm:cxn modelId="{F149C660-8619-409E-8FDA-C4EBCDA7944D}" type="presParOf" srcId="{2B0608F3-4C5F-40D3-B41E-CF17D20DDC7F}" destId="{B6835F38-4DEB-47E1-BEF7-FC4E27A104D0}" srcOrd="1" destOrd="0" presId="urn:microsoft.com/office/officeart/2018/2/layout/IconVerticalSolidList"/>
    <dgm:cxn modelId="{9C758353-AF22-420F-A7F9-9AA26246275D}" type="presParOf" srcId="{2B0608F3-4C5F-40D3-B41E-CF17D20DDC7F}" destId="{B154452B-353F-4224-A7B7-E22FE757CAEE}" srcOrd="2" destOrd="0" presId="urn:microsoft.com/office/officeart/2018/2/layout/IconVerticalSolidList"/>
    <dgm:cxn modelId="{23F5A1F1-D0A8-4F88-8112-48723F0D8F29}" type="presParOf" srcId="{2B0608F3-4C5F-40D3-B41E-CF17D20DDC7F}" destId="{92AD01C5-EEA9-4778-9AFA-06013A20A9F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9F41FC-AA45-4898-A0B0-011333F2A2E2}">
      <dsp:nvSpPr>
        <dsp:cNvPr id="0" name=""/>
        <dsp:cNvSpPr/>
      </dsp:nvSpPr>
      <dsp:spPr>
        <a:xfrm>
          <a:off x="0" y="0"/>
          <a:ext cx="8987404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70A8A13-E7E8-4ED5-B91E-6C72A9B776D8}">
      <dsp:nvSpPr>
        <dsp:cNvPr id="0" name=""/>
        <dsp:cNvSpPr/>
      </dsp:nvSpPr>
      <dsp:spPr>
        <a:xfrm>
          <a:off x="0" y="0"/>
          <a:ext cx="8987404" cy="18269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100" kern="1200"/>
            <a:t>❌ Sin sistema centralizado</a:t>
          </a:r>
          <a:br>
            <a:rPr lang="es-MX" sz="2100" kern="1200"/>
          </a:br>
          <a:r>
            <a:rPr lang="es-MX" sz="2100" kern="1200"/>
            <a:t>❌ Datos dispersos y no confiables</a:t>
          </a:r>
          <a:br>
            <a:rPr lang="es-MX" sz="2100" kern="1200"/>
          </a:br>
          <a:r>
            <a:rPr lang="es-MX" sz="2100" kern="1200"/>
            <a:t>❌ No se miden tiempos reales ni productividad</a:t>
          </a:r>
          <a:br>
            <a:rPr lang="es-MX" sz="2100" kern="1200"/>
          </a:br>
          <a:r>
            <a:rPr lang="es-MX" sz="2100" kern="1200"/>
            <a:t>❌ Dificultad para gestionar pausas y repuestos</a:t>
          </a:r>
          <a:br>
            <a:rPr lang="es-MX" sz="2100" kern="1200"/>
          </a:br>
          <a:r>
            <a:rPr lang="es-MX" sz="2100" kern="1200"/>
            <a:t>❌ Documentación fuera de control</a:t>
          </a:r>
          <a:endParaRPr lang="en-US" sz="2100" kern="1200"/>
        </a:p>
      </dsp:txBody>
      <dsp:txXfrm>
        <a:off x="0" y="0"/>
        <a:ext cx="8987404" cy="1826970"/>
      </dsp:txXfrm>
    </dsp:sp>
    <dsp:sp modelId="{3B81B942-A3E7-41D6-B811-E0A3CE2D64ED}">
      <dsp:nvSpPr>
        <dsp:cNvPr id="0" name=""/>
        <dsp:cNvSpPr/>
      </dsp:nvSpPr>
      <dsp:spPr>
        <a:xfrm>
          <a:off x="0" y="1826970"/>
          <a:ext cx="8987404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68C40C6-674A-403B-8B1E-0857C1706B2F}">
      <dsp:nvSpPr>
        <dsp:cNvPr id="0" name=""/>
        <dsp:cNvSpPr/>
      </dsp:nvSpPr>
      <dsp:spPr>
        <a:xfrm>
          <a:off x="0" y="1826970"/>
          <a:ext cx="8987404" cy="18269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100" kern="1200"/>
            <a:t>👉 Necesidad urgente de digitalizar y automatizar el ingreso y seguimiento de vehículos.</a:t>
          </a:r>
          <a:endParaRPr lang="en-US" sz="2100" kern="1200"/>
        </a:p>
      </dsp:txBody>
      <dsp:txXfrm>
        <a:off x="0" y="1826970"/>
        <a:ext cx="8987404" cy="182697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88BABF-06BE-432A-851F-281EA26B01EC}">
      <dsp:nvSpPr>
        <dsp:cNvPr id="0" name=""/>
        <dsp:cNvSpPr/>
      </dsp:nvSpPr>
      <dsp:spPr>
        <a:xfrm>
          <a:off x="0" y="0"/>
          <a:ext cx="558644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CB7297-8C75-40E8-A0B6-696EEFCCBE23}">
      <dsp:nvSpPr>
        <dsp:cNvPr id="0" name=""/>
        <dsp:cNvSpPr/>
      </dsp:nvSpPr>
      <dsp:spPr>
        <a:xfrm>
          <a:off x="0" y="0"/>
          <a:ext cx="5586447" cy="13524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b="1" kern="1200"/>
            <a:t>Chofer</a:t>
          </a:r>
          <a:br>
            <a:rPr lang="es-MX" sz="1700" kern="1200"/>
          </a:br>
          <a:r>
            <a:rPr lang="es-MX" sz="1700" kern="1200"/>
            <a:t>Registra el ingreso del vehículo y programa la hora.</a:t>
          </a:r>
          <a:br>
            <a:rPr lang="es-MX" sz="1700" kern="1200"/>
          </a:br>
          <a:r>
            <a:rPr lang="es-MX" sz="1700" b="1" kern="1200"/>
            <a:t>Problema</a:t>
          </a:r>
          <a:r>
            <a:rPr lang="es-MX" sz="1700" kern="1200"/>
            <a:t>: Depende de WhatsApp y no sabe el estado real del vehículo.</a:t>
          </a:r>
          <a:endParaRPr lang="en-US" sz="1700" kern="1200"/>
        </a:p>
      </dsp:txBody>
      <dsp:txXfrm>
        <a:off x="0" y="0"/>
        <a:ext cx="5586447" cy="1352435"/>
      </dsp:txXfrm>
    </dsp:sp>
    <dsp:sp modelId="{C473660E-1821-4C16-8998-0425D3479B4D}">
      <dsp:nvSpPr>
        <dsp:cNvPr id="0" name=""/>
        <dsp:cNvSpPr/>
      </dsp:nvSpPr>
      <dsp:spPr>
        <a:xfrm>
          <a:off x="0" y="1352435"/>
          <a:ext cx="5586447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B0C2CE-511B-4F40-A2FA-10FF99003296}">
      <dsp:nvSpPr>
        <dsp:cNvPr id="0" name=""/>
        <dsp:cNvSpPr/>
      </dsp:nvSpPr>
      <dsp:spPr>
        <a:xfrm>
          <a:off x="0" y="1352435"/>
          <a:ext cx="5586447" cy="13524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b="1" kern="1200"/>
            <a:t>Guardia</a:t>
          </a:r>
          <a:br>
            <a:rPr lang="es-MX" sz="1700" kern="1200"/>
          </a:br>
          <a:r>
            <a:rPr lang="es-MX" sz="1700" kern="1200"/>
            <a:t>Controla entrada y salida de vehículos.</a:t>
          </a:r>
          <a:br>
            <a:rPr lang="es-MX" sz="1700" kern="1200"/>
          </a:br>
          <a:r>
            <a:rPr lang="es-MX" sz="1700" b="1" kern="1200"/>
            <a:t>Problema</a:t>
          </a:r>
          <a:r>
            <a:rPr lang="es-MX" sz="1700" kern="1200"/>
            <a:t>: Registra manualmente y con fotos sin respaldo documental.</a:t>
          </a:r>
          <a:endParaRPr lang="en-US" sz="1700" kern="1200"/>
        </a:p>
      </dsp:txBody>
      <dsp:txXfrm>
        <a:off x="0" y="1352435"/>
        <a:ext cx="5586447" cy="1352435"/>
      </dsp:txXfrm>
    </dsp:sp>
    <dsp:sp modelId="{ED3789BD-F590-44E3-B64A-6735E9FB071D}">
      <dsp:nvSpPr>
        <dsp:cNvPr id="0" name=""/>
        <dsp:cNvSpPr/>
      </dsp:nvSpPr>
      <dsp:spPr>
        <a:xfrm>
          <a:off x="0" y="2704871"/>
          <a:ext cx="5586447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8BDB91-6678-474C-8058-20271BBC79E0}">
      <dsp:nvSpPr>
        <dsp:cNvPr id="0" name=""/>
        <dsp:cNvSpPr/>
      </dsp:nvSpPr>
      <dsp:spPr>
        <a:xfrm>
          <a:off x="0" y="2704871"/>
          <a:ext cx="5586447" cy="13524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b="1" kern="1200"/>
            <a:t>Mecánico</a:t>
          </a:r>
          <a:br>
            <a:rPr lang="es-MX" sz="1700" kern="1200"/>
          </a:br>
          <a:r>
            <a:rPr lang="es-MX" sz="1700" kern="1200"/>
            <a:t>Realiza reparaciones, registra tareas, pausas y uso de repuestos.</a:t>
          </a:r>
          <a:br>
            <a:rPr lang="es-MX" sz="1700" kern="1200"/>
          </a:br>
          <a:r>
            <a:rPr lang="es-MX" sz="1700" b="1" kern="1200"/>
            <a:t>Problema</a:t>
          </a:r>
          <a:r>
            <a:rPr lang="es-MX" sz="1700" kern="1200"/>
            <a:t>: No tiene herramienta propia para reportar avances; depende de supervisión verbal o mensajes.</a:t>
          </a:r>
          <a:endParaRPr lang="en-US" sz="1700" kern="1200"/>
        </a:p>
      </dsp:txBody>
      <dsp:txXfrm>
        <a:off x="0" y="2704871"/>
        <a:ext cx="5586447" cy="1352435"/>
      </dsp:txXfrm>
    </dsp:sp>
    <dsp:sp modelId="{0A776743-0AF6-40A1-9CDF-24D17292E964}">
      <dsp:nvSpPr>
        <dsp:cNvPr id="0" name=""/>
        <dsp:cNvSpPr/>
      </dsp:nvSpPr>
      <dsp:spPr>
        <a:xfrm>
          <a:off x="0" y="4057307"/>
          <a:ext cx="5586447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96546D-88CE-43AC-A5CA-2678DCFA12FB}">
      <dsp:nvSpPr>
        <dsp:cNvPr id="0" name=""/>
        <dsp:cNvSpPr/>
      </dsp:nvSpPr>
      <dsp:spPr>
        <a:xfrm>
          <a:off x="0" y="4057307"/>
          <a:ext cx="5586447" cy="13524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b="1" kern="1200"/>
            <a:t>Jefe de Taller</a:t>
          </a:r>
          <a:br>
            <a:rPr lang="es-MX" sz="1700" kern="1200"/>
          </a:br>
          <a:r>
            <a:rPr lang="es-MX" sz="1700" kern="1200"/>
            <a:t>Asigna mecánicos, controla stock y autoriza salidas.</a:t>
          </a:r>
          <a:br>
            <a:rPr lang="es-MX" sz="1700" kern="1200"/>
          </a:br>
          <a:r>
            <a:rPr lang="es-MX" sz="1700" b="1" kern="1200"/>
            <a:t>Problema</a:t>
          </a:r>
          <a:r>
            <a:rPr lang="es-MX" sz="1700" kern="1200"/>
            <a:t>: Necesita reportes confiables y trazabilidad en tiempo real, pero hoy todo está en Excel.</a:t>
          </a:r>
          <a:endParaRPr lang="en-US" sz="1700" kern="1200"/>
        </a:p>
      </dsp:txBody>
      <dsp:txXfrm>
        <a:off x="0" y="4057307"/>
        <a:ext cx="5586447" cy="135243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0776DD-7495-4ABD-81F4-137EEEBE8D39}">
      <dsp:nvSpPr>
        <dsp:cNvPr id="0" name=""/>
        <dsp:cNvSpPr/>
      </dsp:nvSpPr>
      <dsp:spPr>
        <a:xfrm>
          <a:off x="0" y="4307"/>
          <a:ext cx="6364224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47D864-C857-48E4-8874-E16AC8481145}">
      <dsp:nvSpPr>
        <dsp:cNvPr id="0" name=""/>
        <dsp:cNvSpPr/>
      </dsp:nvSpPr>
      <dsp:spPr>
        <a:xfrm>
          <a:off x="277554" y="210753"/>
          <a:ext cx="504644" cy="50464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92B2F3-1FB0-4F2F-8890-726036DF5503}">
      <dsp:nvSpPr>
        <dsp:cNvPr id="0" name=""/>
        <dsp:cNvSpPr/>
      </dsp:nvSpPr>
      <dsp:spPr>
        <a:xfrm>
          <a:off x="1059754" y="4307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900" i="1" kern="1200"/>
            <a:t>"Nuestra solución aborda los problemas críticos identificados:</a:t>
          </a:r>
          <a:endParaRPr lang="en-US" sz="1900" kern="1200"/>
        </a:p>
      </dsp:txBody>
      <dsp:txXfrm>
        <a:off x="1059754" y="4307"/>
        <a:ext cx="5304469" cy="917536"/>
      </dsp:txXfrm>
    </dsp:sp>
    <dsp:sp modelId="{46D69E78-D054-4C68-BA1D-4B92A79F9649}">
      <dsp:nvSpPr>
        <dsp:cNvPr id="0" name=""/>
        <dsp:cNvSpPr/>
      </dsp:nvSpPr>
      <dsp:spPr>
        <a:xfrm>
          <a:off x="0" y="1151227"/>
          <a:ext cx="6364224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6B8500-BBB8-466C-BB33-52EF81F55A64}">
      <dsp:nvSpPr>
        <dsp:cNvPr id="0" name=""/>
        <dsp:cNvSpPr/>
      </dsp:nvSpPr>
      <dsp:spPr>
        <a:xfrm>
          <a:off x="277554" y="1357673"/>
          <a:ext cx="504644" cy="50464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F37471-9044-41C1-A53A-E767C72067EE}">
      <dsp:nvSpPr>
        <dsp:cNvPr id="0" name=""/>
        <dsp:cNvSpPr/>
      </dsp:nvSpPr>
      <dsp:spPr>
        <a:xfrm>
          <a:off x="1059754" y="1151227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900" i="1" kern="1200"/>
            <a:t>Elimina duplicidad y mejora trazabilidad</a:t>
          </a:r>
          <a:endParaRPr lang="en-US" sz="1900" kern="1200"/>
        </a:p>
      </dsp:txBody>
      <dsp:txXfrm>
        <a:off x="1059754" y="1151227"/>
        <a:ext cx="5304469" cy="917536"/>
      </dsp:txXfrm>
    </dsp:sp>
    <dsp:sp modelId="{F6B6ACFC-7D80-4C35-ADEE-FC9BDA9A4057}">
      <dsp:nvSpPr>
        <dsp:cNvPr id="0" name=""/>
        <dsp:cNvSpPr/>
      </dsp:nvSpPr>
      <dsp:spPr>
        <a:xfrm>
          <a:off x="0" y="2298147"/>
          <a:ext cx="6364224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7CBAE1-51B2-432E-8873-3C12506FC79F}">
      <dsp:nvSpPr>
        <dsp:cNvPr id="0" name=""/>
        <dsp:cNvSpPr/>
      </dsp:nvSpPr>
      <dsp:spPr>
        <a:xfrm>
          <a:off x="277554" y="2504593"/>
          <a:ext cx="504644" cy="50464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A43935-E602-4D0F-8946-22E1DB70C87C}">
      <dsp:nvSpPr>
        <dsp:cNvPr id="0" name=""/>
        <dsp:cNvSpPr/>
      </dsp:nvSpPr>
      <dsp:spPr>
        <a:xfrm>
          <a:off x="1059754" y="2298147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900" i="1" kern="1200"/>
            <a:t>Registra pausas y documentos esenciales</a:t>
          </a:r>
          <a:endParaRPr lang="en-US" sz="1900" kern="1200"/>
        </a:p>
      </dsp:txBody>
      <dsp:txXfrm>
        <a:off x="1059754" y="2298147"/>
        <a:ext cx="5304469" cy="917536"/>
      </dsp:txXfrm>
    </dsp:sp>
    <dsp:sp modelId="{B5EA1DCD-F864-4DD9-923A-B8D529998B2C}">
      <dsp:nvSpPr>
        <dsp:cNvPr id="0" name=""/>
        <dsp:cNvSpPr/>
      </dsp:nvSpPr>
      <dsp:spPr>
        <a:xfrm>
          <a:off x="0" y="3445068"/>
          <a:ext cx="6364224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15A2FD-B3A6-47BE-AEF5-47AEFB3D0711}">
      <dsp:nvSpPr>
        <dsp:cNvPr id="0" name=""/>
        <dsp:cNvSpPr/>
      </dsp:nvSpPr>
      <dsp:spPr>
        <a:xfrm>
          <a:off x="277554" y="3651513"/>
          <a:ext cx="504644" cy="50464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6A428E-9B97-4A96-888F-357D620176F7}">
      <dsp:nvSpPr>
        <dsp:cNvPr id="0" name=""/>
        <dsp:cNvSpPr/>
      </dsp:nvSpPr>
      <dsp:spPr>
        <a:xfrm>
          <a:off x="1059754" y="3445068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900" i="1" kern="1200"/>
            <a:t>Entrega reportes prioritarios para la operación diaria</a:t>
          </a:r>
          <a:endParaRPr lang="en-US" sz="1900" kern="1200"/>
        </a:p>
      </dsp:txBody>
      <dsp:txXfrm>
        <a:off x="1059754" y="3445068"/>
        <a:ext cx="5304469" cy="917536"/>
      </dsp:txXfrm>
    </dsp:sp>
    <dsp:sp modelId="{003818F2-5D14-414D-8A26-62F02B0793C1}">
      <dsp:nvSpPr>
        <dsp:cNvPr id="0" name=""/>
        <dsp:cNvSpPr/>
      </dsp:nvSpPr>
      <dsp:spPr>
        <a:xfrm>
          <a:off x="0" y="4591988"/>
          <a:ext cx="6364224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835F38-4DEB-47E1-BEF7-FC4E27A104D0}">
      <dsp:nvSpPr>
        <dsp:cNvPr id="0" name=""/>
        <dsp:cNvSpPr/>
      </dsp:nvSpPr>
      <dsp:spPr>
        <a:xfrm>
          <a:off x="277554" y="4798433"/>
          <a:ext cx="504644" cy="50464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AD01C5-EEA9-4778-9AFA-06013A20A9F4}">
      <dsp:nvSpPr>
        <dsp:cNvPr id="0" name=""/>
        <dsp:cNvSpPr/>
      </dsp:nvSpPr>
      <dsp:spPr>
        <a:xfrm>
          <a:off x="1059754" y="4591988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900" i="1" kern="1200"/>
            <a:t>Responde a los plazos y alcance definidos"</a:t>
          </a:r>
          <a:endParaRPr lang="en-US" sz="1900" kern="1200"/>
        </a:p>
      </dsp:txBody>
      <dsp:txXfrm>
        <a:off x="1059754" y="4591988"/>
        <a:ext cx="5304469" cy="9175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22C465-390E-441C-B094-F2FF0D907694}" type="datetimeFigureOut">
              <a:rPr lang="es-CL" smtClean="0"/>
              <a:t>25-11-2025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EB25E6-7D6B-442E-BFC1-61437EF5AB7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83438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A652A1-520C-30B5-2E5A-974DF391DD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2D4A8D1-CE8F-C6C1-E305-3F04EA9425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55EE83B-52C4-8F5A-5D04-29553F737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322B8-1BED-432A-993B-55D1BC9B96B2}" type="datetimeFigureOut">
              <a:rPr lang="es-CL" smtClean="0"/>
              <a:t>25-11-2025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71C032F-A3C9-375F-50D9-F2A9094BC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5BC17C0-5233-29F8-7DA8-BE5072BC7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E2E7-BAE3-47B0-B0E1-800410287D2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273191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47BDB7-67BC-F2F6-9B7D-D8B69429D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49B2D2-66DD-9E14-9E1C-3476084A21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3DE07B4-2B9B-1F3E-9E95-69B5422C1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322B8-1BED-432A-993B-55D1BC9B96B2}" type="datetimeFigureOut">
              <a:rPr lang="es-CL" smtClean="0"/>
              <a:t>25-11-2025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684A377-3DDA-244A-F987-06E3CCE50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2C24113-2AFC-07E6-A195-2D42609A3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E2E7-BAE3-47B0-B0E1-800410287D2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05465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39B471-573C-BEDF-16F0-D3B39D8E6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9BDAD66-92B6-B5AF-5FED-A2040715FF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08425DF-289B-E6BD-9662-F252C031E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322B8-1BED-432A-993B-55D1BC9B96B2}" type="datetimeFigureOut">
              <a:rPr lang="es-CL" smtClean="0"/>
              <a:t>25-11-2025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E212FF-4A93-36BF-12FC-208FD83E5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9E4633A-CF68-7DB1-1CB4-F6F9F0DBD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E2E7-BAE3-47B0-B0E1-800410287D2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17723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AA39CF-D9D1-76F4-B658-C8768E2E1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683BC90-F5E1-7733-37A0-77B01472DB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86B5AC4-8FA8-6BE0-79BA-987F9C5C6F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EEEBB95-931D-C366-8E41-A6497C986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322B8-1BED-432A-993B-55D1BC9B96B2}" type="datetimeFigureOut">
              <a:rPr lang="es-CL" smtClean="0"/>
              <a:t>25-11-2025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11AD57E-3304-F396-C8B7-12229F5FF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D2A5999-E002-0908-57F1-EEE787F43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E2E7-BAE3-47B0-B0E1-800410287D2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740369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B2E031-B8D0-FA0C-7C8E-0E051117B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E0F052D-879B-A0FD-D3C1-A4F4B6101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1F7F00D-7C64-FA36-7E3C-4BCAAAF211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6F13474-97CA-C03D-CCBE-A3A1FC40C4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DB4CD7B-480E-26D4-62C2-D4851EB184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49FAB6E-6ED0-E2BB-B73F-94926F05B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322B8-1BED-432A-993B-55D1BC9B96B2}" type="datetimeFigureOut">
              <a:rPr lang="es-CL" smtClean="0"/>
              <a:t>25-11-2025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198B039-1AA2-E64A-78D0-EC2CEBECD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3DC7642-B577-BFAE-D49D-E5C51377A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E2E7-BAE3-47B0-B0E1-800410287D2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25987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53E7A5-C726-4B59-9442-E12FC90B2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52966DB-54D6-C190-CBB6-797FC1C3A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322B8-1BED-432A-993B-55D1BC9B96B2}" type="datetimeFigureOut">
              <a:rPr lang="es-CL" smtClean="0"/>
              <a:t>25-11-2025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F239A4C-2391-4F1A-8F28-51FBEFA46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8CF96AB-640E-D693-6412-5E69C2582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E2E7-BAE3-47B0-B0E1-800410287D2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971700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09FA96E-40A8-4798-9197-C81731DA0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322B8-1BED-432A-993B-55D1BC9B96B2}" type="datetimeFigureOut">
              <a:rPr lang="es-CL" smtClean="0"/>
              <a:t>25-11-2025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011A5A0-DA87-0CC1-0484-A725D86B9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7037274-3F3F-6AB9-4D43-32D4A77DE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E2E7-BAE3-47B0-B0E1-800410287D2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31239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637EE5-8CE1-575C-B86B-DFF9F5B42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DA2EE01-CB1D-CEA5-B5A7-85BD70F281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B952C0B-3815-82BF-8B3E-6D1F63DA76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D499B94-31FA-8C06-D493-2529B5F6A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322B8-1BED-432A-993B-55D1BC9B96B2}" type="datetimeFigureOut">
              <a:rPr lang="es-CL" smtClean="0"/>
              <a:t>25-11-2025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0246812-AEFB-6645-A5A9-84453BE6E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62EF77B-F56F-6833-F045-12F16D3A8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E2E7-BAE3-47B0-B0E1-800410287D2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15632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2C3ECD-72FF-B7EA-26A9-D2A689A02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9BE52C9-1523-1064-C11B-2910A27A8D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1A4642A-43F3-9FF9-93C0-2EC8EBEE3F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493DA5E-D9E1-D93F-C3D0-C25EA3927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322B8-1BED-432A-993B-55D1BC9B96B2}" type="datetimeFigureOut">
              <a:rPr lang="es-CL" smtClean="0"/>
              <a:t>25-11-2025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ED05194-8D04-AA90-CCDF-C9D040DC4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92E58F7-FA94-E140-171A-AA50B8418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E2E7-BAE3-47B0-B0E1-800410287D2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43493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FDDCB6-1C43-F50B-DEE6-090F15655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9199B5E-18BE-A2AF-714A-FD008C012F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070EE21-A8A3-41E1-4940-B4774A650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322B8-1BED-432A-993B-55D1BC9B96B2}" type="datetimeFigureOut">
              <a:rPr lang="es-CL" smtClean="0"/>
              <a:t>25-11-2025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A94877D-5234-A6CB-DB24-3B140E0FC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88FA177-B7DB-3515-AE23-4F7EE37E1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E2E7-BAE3-47B0-B0E1-800410287D2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638266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18F06E7-FACE-8C43-034E-461CE7FA0B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16C358C-9478-A6D5-ACE2-C3EE7313C5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97C52E-4AEE-BD47-15EE-4C03D384D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322B8-1BED-432A-993B-55D1BC9B96B2}" type="datetimeFigureOut">
              <a:rPr lang="es-CL" smtClean="0"/>
              <a:t>25-11-2025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87296ED-7299-DF02-C60E-608BAA7E4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7F82C26-E7B2-DCE1-6271-AB16DD81F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E2E7-BAE3-47B0-B0E1-800410287D2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805323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8273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20EC42A-0672-F8AC-B68F-3433712B3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A01C50A-FECB-F0F9-17BE-9F96CB332A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45CB788-9C04-F731-F44E-16C313004D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C322B8-1BED-432A-993B-55D1BC9B96B2}" type="datetimeFigureOut">
              <a:rPr lang="es-CL" smtClean="0"/>
              <a:t>25-11-2025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D91C71D-239F-64C0-AEC7-B39430EFBE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7484AF2-4CE7-1795-36DA-B9A6EBED3F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8BE2E7-BAE3-47B0-B0E1-800410287D2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23175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85" r:id="rId1"/>
    <p:sldLayoutId id="2147484286" r:id="rId2"/>
    <p:sldLayoutId id="2147484287" r:id="rId3"/>
    <p:sldLayoutId id="2147484288" r:id="rId4"/>
    <p:sldLayoutId id="2147484289" r:id="rId5"/>
    <p:sldLayoutId id="2147484290" r:id="rId6"/>
    <p:sldLayoutId id="2147484291" r:id="rId7"/>
    <p:sldLayoutId id="2147484292" r:id="rId8"/>
    <p:sldLayoutId id="2147484293" r:id="rId9"/>
    <p:sldLayoutId id="2147484294" r:id="rId10"/>
    <p:sldLayoutId id="2147484295" r:id="rId11"/>
    <p:sldLayoutId id="214748429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9" name="Rectangle 3078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PepsiCo Chile anuncia medidas para hacer su centro de distribución más  sustentable - La Tercera">
            <a:extLst>
              <a:ext uri="{FF2B5EF4-FFF2-40B4-BE49-F238E27FC236}">
                <a16:creationId xmlns:a16="http://schemas.microsoft.com/office/drawing/2014/main" id="{B17049D0-02DA-2626-5228-47386766FF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"/>
          <a:stretch>
            <a:fillRect/>
          </a:stretch>
        </p:blipFill>
        <p:spPr bwMode="auto">
          <a:xfrm>
            <a:off x="20" y="10"/>
            <a:ext cx="1218893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ECED7F1-8FB2-9A65-DF3D-5CFD8C6B31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63240"/>
          </a:xfrm>
        </p:spPr>
        <p:txBody>
          <a:bodyPr vert="horz" lIns="91440" tIns="45720" rIns="91440" bIns="45720" rtlCol="0">
            <a:normAutofit/>
          </a:bodyPr>
          <a:lstStyle/>
          <a:p>
            <a:br>
              <a:rPr lang="en-US" sz="2600">
                <a:solidFill>
                  <a:schemeClr val="bg1"/>
                </a:solidFill>
              </a:rPr>
            </a:br>
            <a:br>
              <a:rPr lang="en-US" sz="2600">
                <a:solidFill>
                  <a:schemeClr val="bg1"/>
                </a:solidFill>
              </a:rPr>
            </a:br>
            <a:br>
              <a:rPr lang="en-US" sz="2600">
                <a:solidFill>
                  <a:schemeClr val="bg1"/>
                </a:solidFill>
              </a:rPr>
            </a:br>
            <a:r>
              <a:rPr lang="en-US" sz="2600">
                <a:solidFill>
                  <a:schemeClr val="bg1"/>
                </a:solidFill>
              </a:rPr>
              <a:t>GESTIÓN DE INGRESO DE VEHÍCULOS AL TALLER</a:t>
            </a:r>
            <a:br>
              <a:rPr lang="en-US" sz="2600">
                <a:solidFill>
                  <a:schemeClr val="bg1"/>
                </a:solidFill>
              </a:rPr>
            </a:br>
            <a:br>
              <a:rPr lang="en-US" sz="2600">
                <a:solidFill>
                  <a:schemeClr val="bg1"/>
                </a:solidFill>
              </a:rPr>
            </a:br>
            <a:r>
              <a:rPr lang="en-US" sz="2600">
                <a:solidFill>
                  <a:schemeClr val="bg1"/>
                </a:solidFill>
              </a:rPr>
              <a:t>Transformación digital del taller PepsiCo Chile</a:t>
            </a:r>
            <a:br>
              <a:rPr lang="en-US" sz="2600">
                <a:solidFill>
                  <a:schemeClr val="bg1"/>
                </a:solidFill>
              </a:rPr>
            </a:br>
            <a:br>
              <a:rPr lang="en-US" sz="2600">
                <a:solidFill>
                  <a:schemeClr val="bg1"/>
                </a:solidFill>
              </a:rPr>
            </a:br>
            <a:endParaRPr lang="en-US" sz="2600">
              <a:solidFill>
                <a:schemeClr val="bg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11050B6-0F41-E4E3-8FEB-2C32B702E0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4599432"/>
            <a:ext cx="9144000" cy="1536192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buFont typeface="Wingdings 3" charset="2"/>
              <a:buChar char=""/>
            </a:pPr>
            <a:r>
              <a:rPr lang="en-US" sz="2000">
                <a:solidFill>
                  <a:schemeClr val="bg1"/>
                </a:solidFill>
              </a:rPr>
              <a:t>Integrantes: Yordano Cartagena – Felipe Donoso</a:t>
            </a:r>
          </a:p>
          <a:p>
            <a:pPr indent="-228600">
              <a:buFont typeface="Wingdings 3" charset="2"/>
              <a:buChar char=""/>
            </a:pPr>
            <a:r>
              <a:rPr lang="en-US" sz="2000">
                <a:solidFill>
                  <a:schemeClr val="bg1"/>
                </a:solidFill>
              </a:rPr>
              <a:t>Profesor: Luis Bravo Yañez</a:t>
            </a:r>
          </a:p>
          <a:p>
            <a:pPr indent="-228600">
              <a:buFont typeface="Wingdings 3" charset="2"/>
              <a:buChar char=""/>
            </a:pPr>
            <a:r>
              <a:rPr lang="en-US" sz="2000">
                <a:solidFill>
                  <a:schemeClr val="bg1"/>
                </a:solidFill>
              </a:rPr>
              <a:t>Asignatura: Capstone</a:t>
            </a:r>
            <a:br>
              <a:rPr lang="en-US" sz="2000">
                <a:solidFill>
                  <a:schemeClr val="bg1"/>
                </a:solidFill>
              </a:rPr>
            </a:b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3087" name="sketchy line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368623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96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637B2035-1FCB-439A-B421-095E136C7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76D6CDF-C512-4739-B158-55EE955EFA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503" y="-1"/>
            <a:ext cx="12192000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C36B8CC-DF6A-9CBB-6364-F7F1D3C3C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3" y="670559"/>
            <a:ext cx="4683321" cy="2148841"/>
          </a:xfrm>
        </p:spPr>
        <p:txBody>
          <a:bodyPr anchor="t">
            <a:normAutofit/>
          </a:bodyPr>
          <a:lstStyle/>
          <a:p>
            <a:r>
              <a:rPr lang="es-CL"/>
              <a:t>Contexto</a:t>
            </a:r>
            <a:br>
              <a:rPr lang="es-CL" b="1"/>
            </a:br>
            <a:endParaRPr lang="es-CL" dirty="0"/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1B65D64F-F7FC-BE94-D272-F053240276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350" b="7462"/>
          <a:stretch>
            <a:fillRect/>
          </a:stretch>
        </p:blipFill>
        <p:spPr>
          <a:xfrm>
            <a:off x="1" y="3105151"/>
            <a:ext cx="6448424" cy="3752849"/>
          </a:xfrm>
          <a:custGeom>
            <a:avLst/>
            <a:gdLst/>
            <a:ahLst/>
            <a:cxnLst/>
            <a:rect l="l" t="t" r="r" b="b"/>
            <a:pathLst>
              <a:path w="6448424" h="3752849">
                <a:moveTo>
                  <a:pt x="0" y="0"/>
                </a:moveTo>
                <a:lnTo>
                  <a:pt x="137978" y="22215"/>
                </a:lnTo>
                <a:cubicBezTo>
                  <a:pt x="196046" y="32277"/>
                  <a:pt x="252469" y="42437"/>
                  <a:pt x="295660" y="49771"/>
                </a:cubicBezTo>
                <a:cubicBezTo>
                  <a:pt x="364885" y="66610"/>
                  <a:pt x="403214" y="32071"/>
                  <a:pt x="456941" y="65635"/>
                </a:cubicBezTo>
                <a:cubicBezTo>
                  <a:pt x="529612" y="69090"/>
                  <a:pt x="662508" y="71245"/>
                  <a:pt x="731691" y="70501"/>
                </a:cubicBezTo>
                <a:cubicBezTo>
                  <a:pt x="768741" y="62400"/>
                  <a:pt x="808263" y="64633"/>
                  <a:pt x="841820" y="61171"/>
                </a:cubicBezTo>
                <a:cubicBezTo>
                  <a:pt x="958973" y="43639"/>
                  <a:pt x="1009730" y="45863"/>
                  <a:pt x="1068219" y="39136"/>
                </a:cubicBezTo>
                <a:cubicBezTo>
                  <a:pt x="1104329" y="33447"/>
                  <a:pt x="1156536" y="44203"/>
                  <a:pt x="1174190" y="38808"/>
                </a:cubicBezTo>
                <a:cubicBezTo>
                  <a:pt x="1188943" y="36385"/>
                  <a:pt x="1213832" y="14880"/>
                  <a:pt x="1225923" y="34507"/>
                </a:cubicBezTo>
                <a:cubicBezTo>
                  <a:pt x="1305283" y="8501"/>
                  <a:pt x="1319617" y="30839"/>
                  <a:pt x="1385617" y="18003"/>
                </a:cubicBezTo>
                <a:cubicBezTo>
                  <a:pt x="1461876" y="-26747"/>
                  <a:pt x="1519510" y="56342"/>
                  <a:pt x="1563967" y="4638"/>
                </a:cubicBezTo>
                <a:lnTo>
                  <a:pt x="1676634" y="10582"/>
                </a:lnTo>
                <a:lnTo>
                  <a:pt x="1769429" y="20265"/>
                </a:lnTo>
                <a:cubicBezTo>
                  <a:pt x="1790625" y="23534"/>
                  <a:pt x="1880369" y="18448"/>
                  <a:pt x="1900584" y="27732"/>
                </a:cubicBezTo>
                <a:cubicBezTo>
                  <a:pt x="2072430" y="22762"/>
                  <a:pt x="2014935" y="5831"/>
                  <a:pt x="2127041" y="22101"/>
                </a:cubicBezTo>
                <a:cubicBezTo>
                  <a:pt x="2168847" y="65820"/>
                  <a:pt x="2153052" y="28773"/>
                  <a:pt x="2211644" y="44507"/>
                </a:cubicBezTo>
                <a:cubicBezTo>
                  <a:pt x="2211201" y="9921"/>
                  <a:pt x="2277596" y="73686"/>
                  <a:pt x="2299605" y="38004"/>
                </a:cubicBezTo>
                <a:cubicBezTo>
                  <a:pt x="2309570" y="41997"/>
                  <a:pt x="2318531" y="46991"/>
                  <a:pt x="2327359" y="52270"/>
                </a:cubicBezTo>
                <a:lnTo>
                  <a:pt x="2331995" y="55017"/>
                </a:lnTo>
                <a:lnTo>
                  <a:pt x="2353777" y="59755"/>
                </a:lnTo>
                <a:lnTo>
                  <a:pt x="2355893" y="68914"/>
                </a:lnTo>
                <a:lnTo>
                  <a:pt x="2385794" y="81650"/>
                </a:lnTo>
                <a:cubicBezTo>
                  <a:pt x="2397613" y="85211"/>
                  <a:pt x="2411061" y="87627"/>
                  <a:pt x="2427010" y="88184"/>
                </a:cubicBezTo>
                <a:cubicBezTo>
                  <a:pt x="2486314" y="76422"/>
                  <a:pt x="2553170" y="126870"/>
                  <a:pt x="2627153" y="110451"/>
                </a:cubicBezTo>
                <a:cubicBezTo>
                  <a:pt x="2653722" y="107383"/>
                  <a:pt x="2732043" y="116068"/>
                  <a:pt x="2744462" y="128780"/>
                </a:cubicBezTo>
                <a:cubicBezTo>
                  <a:pt x="2760299" y="132873"/>
                  <a:pt x="2780248" y="130843"/>
                  <a:pt x="2785202" y="143610"/>
                </a:cubicBezTo>
                <a:cubicBezTo>
                  <a:pt x="2794558" y="159316"/>
                  <a:pt x="2856498" y="142821"/>
                  <a:pt x="2844667" y="159029"/>
                </a:cubicBezTo>
                <a:cubicBezTo>
                  <a:pt x="2888530" y="147871"/>
                  <a:pt x="2914187" y="181391"/>
                  <a:pt x="2946649" y="192330"/>
                </a:cubicBezTo>
                <a:cubicBezTo>
                  <a:pt x="2981872" y="180417"/>
                  <a:pt x="3015239" y="215115"/>
                  <a:pt x="3088812" y="226485"/>
                </a:cubicBezTo>
                <a:cubicBezTo>
                  <a:pt x="3127734" y="212524"/>
                  <a:pt x="3138301" y="234381"/>
                  <a:pt x="3208669" y="217774"/>
                </a:cubicBezTo>
                <a:cubicBezTo>
                  <a:pt x="3242208" y="219284"/>
                  <a:pt x="3229623" y="233297"/>
                  <a:pt x="3290045" y="235553"/>
                </a:cubicBezTo>
                <a:cubicBezTo>
                  <a:pt x="3399655" y="215239"/>
                  <a:pt x="3444518" y="245862"/>
                  <a:pt x="3529335" y="249571"/>
                </a:cubicBezTo>
                <a:cubicBezTo>
                  <a:pt x="3623697" y="257405"/>
                  <a:pt x="3587652" y="268832"/>
                  <a:pt x="3716766" y="252690"/>
                </a:cubicBezTo>
                <a:cubicBezTo>
                  <a:pt x="3723469" y="267318"/>
                  <a:pt x="3737863" y="269842"/>
                  <a:pt x="3765333" y="266823"/>
                </a:cubicBezTo>
                <a:cubicBezTo>
                  <a:pt x="3810754" y="271601"/>
                  <a:pt x="3792745" y="303866"/>
                  <a:pt x="3846897" y="290090"/>
                </a:cubicBezTo>
                <a:cubicBezTo>
                  <a:pt x="3830941" y="306608"/>
                  <a:pt x="3929114" y="308026"/>
                  <a:pt x="3900217" y="323590"/>
                </a:cubicBezTo>
                <a:cubicBezTo>
                  <a:pt x="3922367" y="343425"/>
                  <a:pt x="3948574" y="318948"/>
                  <a:pt x="3971444" y="336662"/>
                </a:cubicBezTo>
                <a:cubicBezTo>
                  <a:pt x="4002781" y="344193"/>
                  <a:pt x="3960997" y="315419"/>
                  <a:pt x="3997868" y="318867"/>
                </a:cubicBezTo>
                <a:cubicBezTo>
                  <a:pt x="4041159" y="326219"/>
                  <a:pt x="4055435" y="293981"/>
                  <a:pt x="4070852" y="339615"/>
                </a:cubicBezTo>
                <a:cubicBezTo>
                  <a:pt x="4121286" y="335828"/>
                  <a:pt x="4121920" y="355506"/>
                  <a:pt x="4180483" y="373369"/>
                </a:cubicBezTo>
                <a:cubicBezTo>
                  <a:pt x="4211379" y="366707"/>
                  <a:pt x="4230171" y="374664"/>
                  <a:pt x="4246264" y="387458"/>
                </a:cubicBezTo>
                <a:cubicBezTo>
                  <a:pt x="4308508" y="393310"/>
                  <a:pt x="4357326" y="416142"/>
                  <a:pt x="4423169" y="431783"/>
                </a:cubicBezTo>
                <a:lnTo>
                  <a:pt x="4446752" y="435383"/>
                </a:lnTo>
                <a:lnTo>
                  <a:pt x="4446954" y="435566"/>
                </a:lnTo>
                <a:cubicBezTo>
                  <a:pt x="4508528" y="480137"/>
                  <a:pt x="4617740" y="529869"/>
                  <a:pt x="4662523" y="553169"/>
                </a:cubicBezTo>
                <a:cubicBezTo>
                  <a:pt x="4720320" y="547046"/>
                  <a:pt x="4678644" y="560102"/>
                  <a:pt x="4715641" y="575354"/>
                </a:cubicBezTo>
                <a:cubicBezTo>
                  <a:pt x="4682056" y="593278"/>
                  <a:pt x="4768370" y="586520"/>
                  <a:pt x="4742071" y="614016"/>
                </a:cubicBezTo>
                <a:cubicBezTo>
                  <a:pt x="4749637" y="615922"/>
                  <a:pt x="4757797" y="616899"/>
                  <a:pt x="4766183" y="617675"/>
                </a:cubicBezTo>
                <a:lnTo>
                  <a:pt x="4770562" y="618094"/>
                </a:lnTo>
                <a:lnTo>
                  <a:pt x="4783240" y="624350"/>
                </a:lnTo>
                <a:lnTo>
                  <a:pt x="4792882" y="620401"/>
                </a:lnTo>
                <a:lnTo>
                  <a:pt x="4816310" y="625721"/>
                </a:lnTo>
                <a:cubicBezTo>
                  <a:pt x="4824144" y="628595"/>
                  <a:pt x="4831482" y="632720"/>
                  <a:pt x="4837953" y="638824"/>
                </a:cubicBezTo>
                <a:cubicBezTo>
                  <a:pt x="4848645" y="668753"/>
                  <a:pt x="4922266" y="669148"/>
                  <a:pt x="4933914" y="707398"/>
                </a:cubicBezTo>
                <a:cubicBezTo>
                  <a:pt x="4940833" y="719653"/>
                  <a:pt x="4978358" y="746502"/>
                  <a:pt x="4995259" y="744825"/>
                </a:cubicBezTo>
                <a:cubicBezTo>
                  <a:pt x="5005107" y="749034"/>
                  <a:pt x="5010567" y="758092"/>
                  <a:pt x="5024744" y="753396"/>
                </a:cubicBezTo>
                <a:cubicBezTo>
                  <a:pt x="5047511" y="761361"/>
                  <a:pt x="5109162" y="783016"/>
                  <a:pt x="5131877" y="792613"/>
                </a:cubicBezTo>
                <a:cubicBezTo>
                  <a:pt x="5132671" y="802792"/>
                  <a:pt x="5144554" y="806683"/>
                  <a:pt x="5161031" y="810975"/>
                </a:cubicBezTo>
                <a:lnTo>
                  <a:pt x="5176815" y="815342"/>
                </a:lnTo>
                <a:lnTo>
                  <a:pt x="5180064" y="831233"/>
                </a:lnTo>
                <a:cubicBezTo>
                  <a:pt x="5202966" y="819270"/>
                  <a:pt x="5188976" y="863361"/>
                  <a:pt x="5215059" y="865080"/>
                </a:cubicBezTo>
                <a:cubicBezTo>
                  <a:pt x="5235765" y="864786"/>
                  <a:pt x="5236347" y="878098"/>
                  <a:pt x="5245643" y="887119"/>
                </a:cubicBezTo>
                <a:cubicBezTo>
                  <a:pt x="5267660" y="891609"/>
                  <a:pt x="5295742" y="939348"/>
                  <a:pt x="5295952" y="957174"/>
                </a:cubicBezTo>
                <a:cubicBezTo>
                  <a:pt x="5284322" y="1008946"/>
                  <a:pt x="5374979" y="1038019"/>
                  <a:pt x="5367826" y="1079140"/>
                </a:cubicBezTo>
                <a:cubicBezTo>
                  <a:pt x="5371668" y="1089190"/>
                  <a:pt x="5377921" y="1097135"/>
                  <a:pt x="5385646" y="1103730"/>
                </a:cubicBezTo>
                <a:lnTo>
                  <a:pt x="5410965" y="1119397"/>
                </a:lnTo>
                <a:lnTo>
                  <a:pt x="5436960" y="1130910"/>
                </a:lnTo>
                <a:lnTo>
                  <a:pt x="5442083" y="1133134"/>
                </a:lnTo>
                <a:cubicBezTo>
                  <a:pt x="5451910" y="1137346"/>
                  <a:pt x="5457170" y="1169188"/>
                  <a:pt x="5465219" y="1174479"/>
                </a:cubicBezTo>
                <a:cubicBezTo>
                  <a:pt x="5488744" y="1195184"/>
                  <a:pt x="5467141" y="1223401"/>
                  <a:pt x="5488171" y="1238604"/>
                </a:cubicBezTo>
                <a:cubicBezTo>
                  <a:pt x="5523491" y="1271811"/>
                  <a:pt x="5486623" y="1305961"/>
                  <a:pt x="5562172" y="1320840"/>
                </a:cubicBezTo>
                <a:cubicBezTo>
                  <a:pt x="5601634" y="1385316"/>
                  <a:pt x="5636528" y="1453139"/>
                  <a:pt x="5686905" y="1512529"/>
                </a:cubicBezTo>
                <a:cubicBezTo>
                  <a:pt x="5729049" y="1575678"/>
                  <a:pt x="5699691" y="1553768"/>
                  <a:pt x="5748726" y="1623716"/>
                </a:cubicBezTo>
                <a:cubicBezTo>
                  <a:pt x="5783098" y="1689734"/>
                  <a:pt x="5789710" y="1639740"/>
                  <a:pt x="5842593" y="1726595"/>
                </a:cubicBezTo>
                <a:cubicBezTo>
                  <a:pt x="5837824" y="1733043"/>
                  <a:pt x="5862023" y="1845188"/>
                  <a:pt x="5861042" y="1851837"/>
                </a:cubicBezTo>
                <a:cubicBezTo>
                  <a:pt x="5874156" y="1887981"/>
                  <a:pt x="5901790" y="1919218"/>
                  <a:pt x="5921290" y="1943460"/>
                </a:cubicBezTo>
                <a:lnTo>
                  <a:pt x="5978046" y="1997284"/>
                </a:lnTo>
                <a:lnTo>
                  <a:pt x="5992479" y="2056720"/>
                </a:lnTo>
                <a:cubicBezTo>
                  <a:pt x="6011078" y="2079033"/>
                  <a:pt x="6072687" y="2117397"/>
                  <a:pt x="6089639" y="2131171"/>
                </a:cubicBezTo>
                <a:lnTo>
                  <a:pt x="6094199" y="2139379"/>
                </a:lnTo>
                <a:lnTo>
                  <a:pt x="6094822" y="2139386"/>
                </a:lnTo>
                <a:cubicBezTo>
                  <a:pt x="6096947" y="2140841"/>
                  <a:pt x="6098876" y="2143416"/>
                  <a:pt x="6100692" y="2147736"/>
                </a:cubicBezTo>
                <a:lnTo>
                  <a:pt x="6102516" y="2154343"/>
                </a:lnTo>
                <a:lnTo>
                  <a:pt x="6111361" y="2170264"/>
                </a:lnTo>
                <a:lnTo>
                  <a:pt x="6215475" y="2270153"/>
                </a:lnTo>
                <a:lnTo>
                  <a:pt x="6255966" y="2335401"/>
                </a:lnTo>
                <a:lnTo>
                  <a:pt x="6272711" y="2385144"/>
                </a:lnTo>
                <a:cubicBezTo>
                  <a:pt x="6282320" y="2406495"/>
                  <a:pt x="6299066" y="2405139"/>
                  <a:pt x="6304347" y="2439388"/>
                </a:cubicBezTo>
                <a:cubicBezTo>
                  <a:pt x="6297131" y="2486231"/>
                  <a:pt x="6325530" y="2500962"/>
                  <a:pt x="6326729" y="2549400"/>
                </a:cubicBezTo>
                <a:cubicBezTo>
                  <a:pt x="6325926" y="2572066"/>
                  <a:pt x="6339111" y="2599957"/>
                  <a:pt x="6344663" y="2628839"/>
                </a:cubicBezTo>
                <a:lnTo>
                  <a:pt x="6375811" y="2639204"/>
                </a:lnTo>
                <a:cubicBezTo>
                  <a:pt x="6375427" y="2643533"/>
                  <a:pt x="6375041" y="2647863"/>
                  <a:pt x="6374657" y="2652193"/>
                </a:cubicBezTo>
                <a:cubicBezTo>
                  <a:pt x="6373555" y="2658134"/>
                  <a:pt x="6371943" y="2662665"/>
                  <a:pt x="6369740" y="2664642"/>
                </a:cubicBezTo>
                <a:cubicBezTo>
                  <a:pt x="6368032" y="2674540"/>
                  <a:pt x="6371528" y="2686899"/>
                  <a:pt x="6361964" y="2690172"/>
                </a:cubicBezTo>
                <a:cubicBezTo>
                  <a:pt x="6350507" y="2696218"/>
                  <a:pt x="6369375" y="2734440"/>
                  <a:pt x="6355511" y="2727335"/>
                </a:cubicBezTo>
                <a:cubicBezTo>
                  <a:pt x="6358746" y="2734104"/>
                  <a:pt x="6360434" y="2742096"/>
                  <a:pt x="6361058" y="2750592"/>
                </a:cubicBezTo>
                <a:cubicBezTo>
                  <a:pt x="6361013" y="2751998"/>
                  <a:pt x="6360970" y="2753408"/>
                  <a:pt x="6360926" y="2754814"/>
                </a:cubicBezTo>
                <a:lnTo>
                  <a:pt x="6339285" y="2810353"/>
                </a:lnTo>
                <a:cubicBezTo>
                  <a:pt x="6360091" y="2854187"/>
                  <a:pt x="6313103" y="2870086"/>
                  <a:pt x="6325672" y="2908809"/>
                </a:cubicBezTo>
                <a:cubicBezTo>
                  <a:pt x="6341563" y="2966972"/>
                  <a:pt x="6291836" y="2935388"/>
                  <a:pt x="6333498" y="3009772"/>
                </a:cubicBezTo>
                <a:cubicBezTo>
                  <a:pt x="6345476" y="3039254"/>
                  <a:pt x="6345955" y="3068963"/>
                  <a:pt x="6334947" y="3095405"/>
                </a:cubicBezTo>
                <a:lnTo>
                  <a:pt x="6344768" y="3155941"/>
                </a:lnTo>
                <a:cubicBezTo>
                  <a:pt x="6348643" y="3153663"/>
                  <a:pt x="6311793" y="3186588"/>
                  <a:pt x="6314754" y="3197987"/>
                </a:cubicBezTo>
                <a:cubicBezTo>
                  <a:pt x="6318695" y="3221971"/>
                  <a:pt x="6319257" y="3226752"/>
                  <a:pt x="6304230" y="3239690"/>
                </a:cubicBezTo>
                <a:cubicBezTo>
                  <a:pt x="6306321" y="3248567"/>
                  <a:pt x="6307305" y="3254005"/>
                  <a:pt x="6308837" y="3264003"/>
                </a:cubicBezTo>
                <a:cubicBezTo>
                  <a:pt x="6301812" y="3288243"/>
                  <a:pt x="6298529" y="3302527"/>
                  <a:pt x="6309285" y="3324103"/>
                </a:cubicBezTo>
                <a:cubicBezTo>
                  <a:pt x="6301188" y="3343007"/>
                  <a:pt x="6329285" y="3359307"/>
                  <a:pt x="6342503" y="3405661"/>
                </a:cubicBezTo>
                <a:cubicBezTo>
                  <a:pt x="6338012" y="3447477"/>
                  <a:pt x="6408325" y="3505721"/>
                  <a:pt x="6401531" y="3550593"/>
                </a:cubicBezTo>
                <a:cubicBezTo>
                  <a:pt x="6395655" y="3579549"/>
                  <a:pt x="6423437" y="3594758"/>
                  <a:pt x="6427705" y="3624684"/>
                </a:cubicBezTo>
                <a:cubicBezTo>
                  <a:pt x="6416402" y="3629199"/>
                  <a:pt x="6435787" y="3639516"/>
                  <a:pt x="6448424" y="3657106"/>
                </a:cubicBezTo>
                <a:lnTo>
                  <a:pt x="6444014" y="3752742"/>
                </a:lnTo>
                <a:cubicBezTo>
                  <a:pt x="6443990" y="3752777"/>
                  <a:pt x="6443967" y="3752813"/>
                  <a:pt x="6443946" y="3752849"/>
                </a:cubicBezTo>
                <a:lnTo>
                  <a:pt x="0" y="3752849"/>
                </a:lnTo>
                <a:close/>
              </a:path>
            </a:pathLst>
          </a:cu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BA7EB4E-9231-A52C-471C-21C3E16396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97004" y="670559"/>
            <a:ext cx="4555782" cy="5445076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s-MX" sz="1600">
                <a:latin typeface="Arial" panose="020B0604020202020204" pitchFamily="34" charset="0"/>
                <a:cs typeface="Arial" panose="020B0604020202020204" pitchFamily="34" charset="0"/>
              </a:rPr>
              <a:t>PepsiCo  Opera una flota nacional de vehículos para la distribución de sus productos en todo el país. El mantenimiento de estos vehículos es esencial para garantizar una logística eficiente.</a:t>
            </a:r>
          </a:p>
          <a:p>
            <a:pPr marL="0" indent="0">
              <a:buNone/>
            </a:pPr>
            <a:r>
              <a:rPr lang="es-MX" sz="1600">
                <a:latin typeface="Arial" panose="020B0604020202020204" pitchFamily="34" charset="0"/>
                <a:cs typeface="Arial" panose="020B0604020202020204" pitchFamily="34" charset="0"/>
              </a:rPr>
              <a:t>Hoy, el proceso de ingreso y gestión en talleres se realiza de forma manual: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s-MX" sz="1600">
                <a:latin typeface="Arial" panose="020B0604020202020204" pitchFamily="34" charset="0"/>
                <a:cs typeface="Arial" panose="020B0604020202020204" pitchFamily="34" charset="0"/>
              </a:rPr>
              <a:t>📱 WhatsApp → Fotos y mensajes</a:t>
            </a:r>
            <a:br>
              <a:rPr lang="es-MX" sz="160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MX" sz="1600">
                <a:latin typeface="Arial" panose="020B0604020202020204" pitchFamily="34" charset="0"/>
                <a:cs typeface="Arial" panose="020B0604020202020204" pitchFamily="34" charset="0"/>
              </a:rPr>
              <a:t>📊 Excel → Registros manuales</a:t>
            </a:r>
            <a:br>
              <a:rPr lang="es-MX" sz="160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MX" sz="1600">
                <a:latin typeface="Arial" panose="020B0604020202020204" pitchFamily="34" charset="0"/>
                <a:cs typeface="Arial" panose="020B0604020202020204" pitchFamily="34" charset="0"/>
              </a:rPr>
              <a:t>🗣️ Comunicaciones verbales</a:t>
            </a:r>
          </a:p>
          <a:p>
            <a:pPr marL="0" indent="0">
              <a:buNone/>
            </a:pPr>
            <a:r>
              <a:rPr lang="es-MX" sz="1600" b="1">
                <a:latin typeface="Arial" panose="020B0604020202020204" pitchFamily="34" charset="0"/>
                <a:cs typeface="Arial" panose="020B0604020202020204" pitchFamily="34" charset="0"/>
              </a:rPr>
              <a:t>Resultado</a:t>
            </a:r>
            <a:r>
              <a:rPr lang="es-MX" sz="160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es-MX" sz="1600">
                <a:latin typeface="Arial" panose="020B0604020202020204" pitchFamily="34" charset="0"/>
                <a:cs typeface="Arial" panose="020B0604020202020204" pitchFamily="34" charset="0"/>
              </a:rPr>
              <a:t>Falta de trazabilidad</a:t>
            </a:r>
          </a:p>
          <a:p>
            <a:r>
              <a:rPr lang="es-MX" sz="1600">
                <a:latin typeface="Arial" panose="020B0604020202020204" pitchFamily="34" charset="0"/>
                <a:cs typeface="Arial" panose="020B0604020202020204" pitchFamily="34" charset="0"/>
              </a:rPr>
              <a:t>Errores por duplicidad</a:t>
            </a:r>
          </a:p>
          <a:p>
            <a:r>
              <a:rPr lang="es-MX" sz="1600">
                <a:latin typeface="Arial" panose="020B0604020202020204" pitchFamily="34" charset="0"/>
                <a:cs typeface="Arial" panose="020B0604020202020204" pitchFamily="34" charset="0"/>
              </a:rPr>
              <a:t>Mala coordinación</a:t>
            </a:r>
          </a:p>
          <a:p>
            <a:r>
              <a:rPr lang="es-MX" sz="1600">
                <a:latin typeface="Arial" panose="020B0604020202020204" pitchFamily="34" charset="0"/>
                <a:cs typeface="Arial" panose="020B0604020202020204" pitchFamily="34" charset="0"/>
              </a:rPr>
              <a:t>Reportes poco confiables</a:t>
            </a:r>
          </a:p>
          <a:p>
            <a:pPr marL="0" indent="0">
              <a:buNone/>
            </a:pPr>
            <a:r>
              <a:rPr lang="es-MX" sz="1600" b="1">
                <a:latin typeface="Arial" panose="020B0604020202020204" pitchFamily="34" charset="0"/>
                <a:cs typeface="Arial" panose="020B0604020202020204" pitchFamily="34" charset="0"/>
              </a:rPr>
              <a:t>Esto impacta directamente en</a:t>
            </a:r>
            <a:r>
              <a:rPr lang="es-MX" sz="160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es-MX" sz="1600">
                <a:latin typeface="Arial" panose="020B0604020202020204" pitchFamily="34" charset="0"/>
                <a:cs typeface="Arial" panose="020B0604020202020204" pitchFamily="34" charset="0"/>
              </a:rPr>
              <a:t>Duplicidad de información</a:t>
            </a:r>
          </a:p>
          <a:p>
            <a:r>
              <a:rPr lang="es-MX" sz="1600">
                <a:latin typeface="Arial" panose="020B0604020202020204" pitchFamily="34" charset="0"/>
                <a:cs typeface="Arial" panose="020B0604020202020204" pitchFamily="34" charset="0"/>
              </a:rPr>
              <a:t>Riesgo de pérdida de datos</a:t>
            </a:r>
          </a:p>
          <a:p>
            <a:r>
              <a:rPr lang="es-MX" sz="1600">
                <a:latin typeface="Arial" panose="020B0604020202020204" pitchFamily="34" charset="0"/>
                <a:cs typeface="Arial" panose="020B0604020202020204" pitchFamily="34" charset="0"/>
              </a:rPr>
              <a:t>Falta de control en pausas y tiempos"</a:t>
            </a:r>
          </a:p>
          <a:p>
            <a:pPr marL="0" indent="0">
              <a:buNone/>
            </a:pPr>
            <a:endParaRPr lang="es-MX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06302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F503D8-D692-764F-5A3D-5DCBE950F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4897" y="624110"/>
            <a:ext cx="9712998" cy="1280890"/>
          </a:xfrm>
        </p:spPr>
        <p:txBody>
          <a:bodyPr>
            <a:normAutofit fontScale="90000"/>
          </a:bodyPr>
          <a:lstStyle/>
          <a:p>
            <a:r>
              <a:rPr lang="es-CL"/>
              <a:t>Problema Clave</a:t>
            </a:r>
            <a:br>
              <a:rPr lang="es-CL" b="1"/>
            </a:br>
            <a:endParaRPr lang="es-CL"/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341115F9-C7BD-E3D4-A053-8F8A364000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93008128"/>
              </p:ext>
            </p:extLst>
          </p:nvPr>
        </p:nvGraphicFramePr>
        <p:xfrm>
          <a:off x="1794897" y="2222983"/>
          <a:ext cx="8987404" cy="36539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425640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640E93D9-F13F-4097-A159-E0A6CEBA8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42B5F2D-5B5D-9267-3C96-A0EB71674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916" y="444464"/>
            <a:ext cx="3420305" cy="1906317"/>
          </a:xfrm>
        </p:spPr>
        <p:txBody>
          <a:bodyPr>
            <a:normAutofit/>
          </a:bodyPr>
          <a:lstStyle/>
          <a:p>
            <a:pPr algn="ctr"/>
            <a:r>
              <a:rPr lang="es-MX" sz="2800"/>
              <a:t>Roles Clave y sus Desafíos</a:t>
            </a:r>
            <a:br>
              <a:rPr lang="es-MX" sz="2800" b="1"/>
            </a:br>
            <a:endParaRPr lang="es-CL" sz="280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B5F8F32-E42A-B5DA-63DC-D77BDAE8FC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533" r="1" b="1"/>
          <a:stretch>
            <a:fillRect/>
          </a:stretch>
        </p:blipFill>
        <p:spPr>
          <a:xfrm>
            <a:off x="20" y="2768743"/>
            <a:ext cx="4278264" cy="4089258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BA3D150B-ADB5-401D-8304-C7845A1095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768743"/>
            <a:ext cx="4310288" cy="64008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CD3AB31-A71C-4414-BA05-CF667CBA34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5909" y="3396995"/>
            <a:ext cx="6858002" cy="64008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626281DF-77A0-4B59-65EC-56C7EEF1A6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9976752"/>
              </p:ext>
            </p:extLst>
          </p:nvPr>
        </p:nvGraphicFramePr>
        <p:xfrm>
          <a:off x="5431646" y="678955"/>
          <a:ext cx="5586448" cy="54097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665445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24465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"/>
            <a:ext cx="12192000" cy="143634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s-CL" sz="2400"/>
          </a:p>
        </p:txBody>
      </p:sp>
      <p:sp>
        <p:nvSpPr>
          <p:cNvPr id="4" name="Shape 1"/>
          <p:cNvSpPr/>
          <p:nvPr/>
        </p:nvSpPr>
        <p:spPr>
          <a:xfrm>
            <a:off x="0" y="1407766"/>
            <a:ext cx="12192000" cy="28575"/>
          </a:xfrm>
          <a:prstGeom prst="rect">
            <a:avLst/>
          </a:prstGeom>
          <a:solidFill>
            <a:srgbClr val="E32119"/>
          </a:solidFill>
          <a:ln/>
        </p:spPr>
        <p:txBody>
          <a:bodyPr/>
          <a:lstStyle/>
          <a:p>
            <a:endParaRPr lang="es-CL" sz="2400"/>
          </a:p>
        </p:txBody>
      </p:sp>
      <p:sp>
        <p:nvSpPr>
          <p:cNvPr id="5" name="Text 2"/>
          <p:cNvSpPr/>
          <p:nvPr/>
        </p:nvSpPr>
        <p:spPr>
          <a:xfrm>
            <a:off x="367066" y="567328"/>
            <a:ext cx="3203506" cy="2363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sz="2800" b="1" kern="0" spc="1" dirty="0">
                <a:solidFill>
                  <a:srgbClr val="FFFFFF">
                    <a:alpha val="90000"/>
                  </a:srgbClr>
                </a:solidFill>
              </a:rPr>
              <a:t>Solución Propuesta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476251" y="1788766"/>
            <a:ext cx="3524251" cy="5084415"/>
          </a:xfrm>
          <a:prstGeom prst="rect">
            <a:avLst/>
          </a:prstGeom>
          <a:solidFill>
            <a:srgbClr val="E32119">
              <a:alpha val="1000"/>
            </a:srgbClr>
          </a:solidFill>
          <a:ln/>
        </p:spPr>
        <p:txBody>
          <a:bodyPr/>
          <a:lstStyle/>
          <a:p>
            <a:endParaRPr lang="es-CL" sz="2400"/>
          </a:p>
        </p:txBody>
      </p:sp>
      <p:sp>
        <p:nvSpPr>
          <p:cNvPr id="8" name="Shape 5"/>
          <p:cNvSpPr/>
          <p:nvPr/>
        </p:nvSpPr>
        <p:spPr>
          <a:xfrm>
            <a:off x="476252" y="1788766"/>
            <a:ext cx="47625" cy="5084415"/>
          </a:xfrm>
          <a:prstGeom prst="rect">
            <a:avLst/>
          </a:prstGeom>
          <a:solidFill>
            <a:srgbClr val="E32119"/>
          </a:solidFill>
          <a:ln/>
        </p:spPr>
        <p:txBody>
          <a:bodyPr/>
          <a:lstStyle/>
          <a:p>
            <a:endParaRPr lang="es-CL" sz="2400"/>
          </a:p>
        </p:txBody>
      </p:sp>
      <p:sp>
        <p:nvSpPr>
          <p:cNvPr id="9" name="Text 6"/>
          <p:cNvSpPr/>
          <p:nvPr/>
        </p:nvSpPr>
        <p:spPr>
          <a:xfrm>
            <a:off x="704851" y="2017366"/>
            <a:ext cx="2686633" cy="1985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733"/>
              </a:lnSpc>
            </a:pPr>
            <a:r>
              <a:rPr lang="en-US" sz="1200" b="1" dirty="0">
                <a:solidFill>
                  <a:srgbClr val="003DA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Agendamiento y Registro de Ingreso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704851" y="2602186"/>
            <a:ext cx="3067051" cy="25241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s-CL" sz="2400"/>
          </a:p>
        </p:txBody>
      </p:sp>
      <p:sp>
        <p:nvSpPr>
          <p:cNvPr id="11" name="Shape 8"/>
          <p:cNvSpPr/>
          <p:nvPr/>
        </p:nvSpPr>
        <p:spPr>
          <a:xfrm>
            <a:off x="704851" y="2835548"/>
            <a:ext cx="3067051" cy="19051"/>
          </a:xfrm>
          <a:prstGeom prst="rect">
            <a:avLst/>
          </a:prstGeom>
          <a:solidFill>
            <a:srgbClr val="E32119"/>
          </a:solidFill>
          <a:ln/>
        </p:spPr>
        <p:txBody>
          <a:bodyPr/>
          <a:lstStyle/>
          <a:p>
            <a:endParaRPr lang="es-CL" sz="2400"/>
          </a:p>
        </p:txBody>
      </p:sp>
      <p:sp>
        <p:nvSpPr>
          <p:cNvPr id="12" name="Text 9"/>
          <p:cNvSpPr/>
          <p:nvPr/>
        </p:nvSpPr>
        <p:spPr>
          <a:xfrm>
            <a:off x="704851" y="2602186"/>
            <a:ext cx="3067051" cy="256823"/>
          </a:xfrm>
          <a:prstGeom prst="rect">
            <a:avLst/>
          </a:prstGeom>
          <a:noFill/>
          <a:ln/>
        </p:spPr>
        <p:txBody>
          <a:bodyPr wrap="square" lIns="0" tIns="0" rIns="0" bIns="90763" rtlCol="0" anchor="t">
            <a:spAutoFit/>
          </a:bodyPr>
          <a:lstStyle/>
          <a:p>
            <a:pPr>
              <a:lnSpc>
                <a:spcPts val="1200"/>
              </a:lnSpc>
            </a:pPr>
            <a:r>
              <a:rPr lang="en-US" sz="1400" b="1" kern="0" spc="1" dirty="0">
                <a:solidFill>
                  <a:srgbClr val="E3211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Funcionalidades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704851" y="2959373"/>
            <a:ext cx="60914" cy="1806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sz="911" b="1" dirty="0">
                <a:solidFill>
                  <a:srgbClr val="0078D4"/>
                </a:solidFill>
              </a:rPr>
              <a:t>•</a:t>
            </a:r>
            <a:endParaRPr lang="en-US" sz="911" dirty="0"/>
          </a:p>
        </p:txBody>
      </p:sp>
      <p:sp>
        <p:nvSpPr>
          <p:cNvPr id="14" name="Text 11"/>
          <p:cNvSpPr/>
          <p:nvPr/>
        </p:nvSpPr>
        <p:spPr>
          <a:xfrm>
            <a:off x="850255" y="2949849"/>
            <a:ext cx="2921645" cy="3792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467"/>
              </a:lnSpc>
            </a:pPr>
            <a:r>
              <a:rPr lang="en-US" sz="1200" dirty="0">
                <a:solidFill>
                  <a:srgbClr val="2C3E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Agenda interactiva que evita duplicidad de horarios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704851" y="3426097"/>
            <a:ext cx="60914" cy="1806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sz="911" b="1" dirty="0">
                <a:solidFill>
                  <a:srgbClr val="0078D4"/>
                </a:solidFill>
              </a:rPr>
              <a:t>•</a:t>
            </a:r>
            <a:endParaRPr lang="en-US" sz="911" dirty="0"/>
          </a:p>
        </p:txBody>
      </p:sp>
      <p:sp>
        <p:nvSpPr>
          <p:cNvPr id="16" name="Text 13"/>
          <p:cNvSpPr/>
          <p:nvPr/>
        </p:nvSpPr>
        <p:spPr>
          <a:xfrm>
            <a:off x="850255" y="3416574"/>
            <a:ext cx="2921645" cy="3792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467"/>
              </a:lnSpc>
            </a:pPr>
            <a:r>
              <a:rPr lang="en-US" sz="1200" dirty="0">
                <a:solidFill>
                  <a:srgbClr val="2C3E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Registro con patente, fotos, estado inicial y documentación técnica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704851" y="3892823"/>
            <a:ext cx="60914" cy="1806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sz="911" b="1" dirty="0">
                <a:solidFill>
                  <a:srgbClr val="0078D4"/>
                </a:solidFill>
              </a:rPr>
              <a:t>•</a:t>
            </a:r>
            <a:endParaRPr lang="en-US" sz="911" dirty="0"/>
          </a:p>
        </p:txBody>
      </p:sp>
      <p:sp>
        <p:nvSpPr>
          <p:cNvPr id="18" name="Text 15"/>
          <p:cNvSpPr/>
          <p:nvPr/>
        </p:nvSpPr>
        <p:spPr>
          <a:xfrm>
            <a:off x="850255" y="3883298"/>
            <a:ext cx="2921645" cy="3792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467"/>
              </a:lnSpc>
            </a:pPr>
            <a:r>
              <a:rPr lang="en-US" sz="1200" dirty="0">
                <a:solidFill>
                  <a:srgbClr val="2C3E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Vista del chofer con estado del vehículo en tiempo real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704851" y="4359548"/>
            <a:ext cx="60914" cy="1806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sz="911" b="1" dirty="0">
                <a:solidFill>
                  <a:srgbClr val="0078D4"/>
                </a:solidFill>
              </a:rPr>
              <a:t>•</a:t>
            </a:r>
            <a:endParaRPr lang="en-US" sz="911" dirty="0"/>
          </a:p>
        </p:txBody>
      </p:sp>
      <p:sp>
        <p:nvSpPr>
          <p:cNvPr id="20" name="Text 17"/>
          <p:cNvSpPr/>
          <p:nvPr/>
        </p:nvSpPr>
        <p:spPr>
          <a:xfrm>
            <a:off x="850255" y="4350023"/>
            <a:ext cx="2921645" cy="3792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467"/>
              </a:lnSpc>
            </a:pPr>
            <a:r>
              <a:rPr lang="en-US" sz="1200" dirty="0">
                <a:solidFill>
                  <a:srgbClr val="2C3E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Registro del guardia con fotografía del camión al ingreso y salida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704851" y="5045349"/>
            <a:ext cx="3067051" cy="25241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s-CL" sz="2400"/>
          </a:p>
        </p:txBody>
      </p:sp>
      <p:sp>
        <p:nvSpPr>
          <p:cNvPr id="22" name="Shape 19"/>
          <p:cNvSpPr/>
          <p:nvPr/>
        </p:nvSpPr>
        <p:spPr>
          <a:xfrm>
            <a:off x="704851" y="5278711"/>
            <a:ext cx="3067051" cy="19051"/>
          </a:xfrm>
          <a:prstGeom prst="rect">
            <a:avLst/>
          </a:prstGeom>
          <a:solidFill>
            <a:srgbClr val="E32119"/>
          </a:solidFill>
          <a:ln/>
        </p:spPr>
        <p:txBody>
          <a:bodyPr/>
          <a:lstStyle/>
          <a:p>
            <a:endParaRPr lang="es-CL" sz="2400"/>
          </a:p>
        </p:txBody>
      </p:sp>
      <p:sp>
        <p:nvSpPr>
          <p:cNvPr id="23" name="Text 20"/>
          <p:cNvSpPr/>
          <p:nvPr/>
        </p:nvSpPr>
        <p:spPr>
          <a:xfrm>
            <a:off x="704851" y="5045349"/>
            <a:ext cx="3067051" cy="256823"/>
          </a:xfrm>
          <a:prstGeom prst="rect">
            <a:avLst/>
          </a:prstGeom>
          <a:noFill/>
          <a:ln/>
        </p:spPr>
        <p:txBody>
          <a:bodyPr wrap="square" lIns="0" tIns="0" rIns="0" bIns="90763" rtlCol="0" anchor="t">
            <a:spAutoFit/>
          </a:bodyPr>
          <a:lstStyle/>
          <a:p>
            <a:pPr>
              <a:lnSpc>
                <a:spcPts val="1200"/>
              </a:lnSpc>
            </a:pPr>
            <a:r>
              <a:rPr lang="en-US" sz="1400" b="1" kern="0" spc="1" dirty="0">
                <a:solidFill>
                  <a:srgbClr val="E32119"/>
                </a:solidFill>
              </a:rPr>
              <a:t>Beneficios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704851" y="5393011"/>
            <a:ext cx="3067051" cy="9906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s-CL" sz="2400"/>
          </a:p>
        </p:txBody>
      </p:sp>
      <p:sp>
        <p:nvSpPr>
          <p:cNvPr id="25" name="Shape 22"/>
          <p:cNvSpPr/>
          <p:nvPr/>
        </p:nvSpPr>
        <p:spPr>
          <a:xfrm>
            <a:off x="704851" y="5393011"/>
            <a:ext cx="3067051" cy="19051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s-CL" sz="2400"/>
          </a:p>
        </p:txBody>
      </p:sp>
      <p:sp>
        <p:nvSpPr>
          <p:cNvPr id="26" name="Text 23"/>
          <p:cNvSpPr/>
          <p:nvPr/>
        </p:nvSpPr>
        <p:spPr>
          <a:xfrm>
            <a:off x="704851" y="5554937"/>
            <a:ext cx="88166" cy="1806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sz="911" b="1" dirty="0">
                <a:solidFill>
                  <a:srgbClr val="E32119"/>
                </a:solidFill>
              </a:rPr>
              <a:t>✓</a:t>
            </a:r>
            <a:endParaRPr lang="en-US" sz="911" dirty="0"/>
          </a:p>
        </p:txBody>
      </p:sp>
      <p:sp>
        <p:nvSpPr>
          <p:cNvPr id="27" name="Text 24"/>
          <p:cNvSpPr/>
          <p:nvPr/>
        </p:nvSpPr>
        <p:spPr>
          <a:xfrm>
            <a:off x="896541" y="5545411"/>
            <a:ext cx="1966885" cy="1793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467"/>
              </a:lnSpc>
            </a:pPr>
            <a:r>
              <a:rPr lang="en-US" sz="1200" b="1" dirty="0">
                <a:solidFill>
                  <a:srgbClr val="2C3E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Menos tiempo en registros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704851" y="5859737"/>
            <a:ext cx="88166" cy="1806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sz="911" b="1" dirty="0">
                <a:solidFill>
                  <a:srgbClr val="E32119"/>
                </a:solidFill>
              </a:rPr>
              <a:t>✓</a:t>
            </a:r>
            <a:endParaRPr lang="en-US" sz="911" dirty="0"/>
          </a:p>
        </p:txBody>
      </p:sp>
      <p:sp>
        <p:nvSpPr>
          <p:cNvPr id="29" name="Text 26"/>
          <p:cNvSpPr/>
          <p:nvPr/>
        </p:nvSpPr>
        <p:spPr>
          <a:xfrm>
            <a:off x="896541" y="5850211"/>
            <a:ext cx="2476640" cy="1793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467"/>
              </a:lnSpc>
            </a:pPr>
            <a:r>
              <a:rPr lang="en-US" sz="1200" b="1" dirty="0">
                <a:solidFill>
                  <a:srgbClr val="2C3E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Eliminación del uso de WhatsApp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704851" y="6164537"/>
            <a:ext cx="88166" cy="1806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sz="911" b="1" dirty="0">
                <a:solidFill>
                  <a:srgbClr val="E32119"/>
                </a:solidFill>
              </a:rPr>
              <a:t>✓</a:t>
            </a:r>
            <a:endParaRPr lang="en-US" sz="911" dirty="0"/>
          </a:p>
        </p:txBody>
      </p:sp>
      <p:sp>
        <p:nvSpPr>
          <p:cNvPr id="31" name="Text 28"/>
          <p:cNvSpPr/>
          <p:nvPr/>
        </p:nvSpPr>
        <p:spPr>
          <a:xfrm>
            <a:off x="896540" y="6155011"/>
            <a:ext cx="1654299" cy="1793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467"/>
              </a:lnSpc>
            </a:pPr>
            <a:r>
              <a:rPr lang="en-US" sz="1200" b="1" dirty="0">
                <a:solidFill>
                  <a:srgbClr val="2C3E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Mayor control del flujo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Shape 29"/>
          <p:cNvSpPr/>
          <p:nvPr/>
        </p:nvSpPr>
        <p:spPr>
          <a:xfrm>
            <a:off x="4432178" y="1860306"/>
            <a:ext cx="3524251" cy="4804395"/>
          </a:xfrm>
          <a:prstGeom prst="rect">
            <a:avLst/>
          </a:prstGeom>
          <a:solidFill>
            <a:srgbClr val="0078D4">
              <a:alpha val="1000"/>
            </a:srgbClr>
          </a:solidFill>
          <a:ln/>
        </p:spPr>
        <p:txBody>
          <a:bodyPr/>
          <a:lstStyle/>
          <a:p>
            <a:endParaRPr lang="es-CL" sz="1000" dirty="0"/>
          </a:p>
        </p:txBody>
      </p:sp>
      <p:sp>
        <p:nvSpPr>
          <p:cNvPr id="33" name="Shape 30"/>
          <p:cNvSpPr/>
          <p:nvPr/>
        </p:nvSpPr>
        <p:spPr>
          <a:xfrm>
            <a:off x="4333876" y="1788765"/>
            <a:ext cx="47625" cy="4804395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s-CL" sz="2400"/>
          </a:p>
        </p:txBody>
      </p:sp>
      <p:sp>
        <p:nvSpPr>
          <p:cNvPr id="34" name="Text 31"/>
          <p:cNvSpPr/>
          <p:nvPr/>
        </p:nvSpPr>
        <p:spPr>
          <a:xfrm>
            <a:off x="4562475" y="2017365"/>
            <a:ext cx="3067051" cy="198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733"/>
              </a:lnSpc>
            </a:pPr>
            <a:r>
              <a:rPr lang="en-US" sz="1200" b="1" dirty="0">
                <a:solidFill>
                  <a:srgbClr val="003DA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Gestión de Repuestos y Reparaciones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4562475" y="2825057"/>
            <a:ext cx="3067051" cy="25241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s-CL" sz="2400"/>
          </a:p>
        </p:txBody>
      </p:sp>
      <p:sp>
        <p:nvSpPr>
          <p:cNvPr id="36" name="Shape 33"/>
          <p:cNvSpPr/>
          <p:nvPr/>
        </p:nvSpPr>
        <p:spPr>
          <a:xfrm>
            <a:off x="4562475" y="3058417"/>
            <a:ext cx="3067051" cy="19051"/>
          </a:xfrm>
          <a:prstGeom prst="rect">
            <a:avLst/>
          </a:prstGeom>
          <a:solidFill>
            <a:srgbClr val="E32119"/>
          </a:solidFill>
          <a:ln/>
        </p:spPr>
        <p:txBody>
          <a:bodyPr/>
          <a:lstStyle/>
          <a:p>
            <a:endParaRPr lang="es-CL" sz="2400"/>
          </a:p>
        </p:txBody>
      </p:sp>
      <p:sp>
        <p:nvSpPr>
          <p:cNvPr id="37" name="Text 34"/>
          <p:cNvSpPr/>
          <p:nvPr/>
        </p:nvSpPr>
        <p:spPr>
          <a:xfrm>
            <a:off x="4562475" y="2825057"/>
            <a:ext cx="3067051" cy="256823"/>
          </a:xfrm>
          <a:prstGeom prst="rect">
            <a:avLst/>
          </a:prstGeom>
          <a:noFill/>
          <a:ln/>
        </p:spPr>
        <p:txBody>
          <a:bodyPr wrap="square" lIns="0" tIns="0" rIns="0" bIns="90763" rtlCol="0" anchor="t">
            <a:spAutoFit/>
          </a:bodyPr>
          <a:lstStyle/>
          <a:p>
            <a:pPr>
              <a:lnSpc>
                <a:spcPts val="1200"/>
              </a:lnSpc>
            </a:pPr>
            <a:r>
              <a:rPr lang="en-US" sz="1400" b="1" kern="0" spc="1" dirty="0">
                <a:solidFill>
                  <a:srgbClr val="E32119"/>
                </a:solidFill>
              </a:rPr>
              <a:t>Funcionalidades</a:t>
            </a:r>
            <a:endParaRPr lang="en-US" sz="1400" b="1" dirty="0"/>
          </a:p>
        </p:txBody>
      </p:sp>
      <p:sp>
        <p:nvSpPr>
          <p:cNvPr id="38" name="Text 35"/>
          <p:cNvSpPr/>
          <p:nvPr/>
        </p:nvSpPr>
        <p:spPr>
          <a:xfrm>
            <a:off x="4562475" y="3182243"/>
            <a:ext cx="60914" cy="1806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sz="911" b="1" dirty="0">
                <a:solidFill>
                  <a:srgbClr val="0078D4"/>
                </a:solidFill>
              </a:rPr>
              <a:t>•</a:t>
            </a:r>
            <a:endParaRPr lang="en-US" sz="911" dirty="0"/>
          </a:p>
        </p:txBody>
      </p:sp>
      <p:sp>
        <p:nvSpPr>
          <p:cNvPr id="39" name="Text 36"/>
          <p:cNvSpPr/>
          <p:nvPr/>
        </p:nvSpPr>
        <p:spPr>
          <a:xfrm>
            <a:off x="4707880" y="3172718"/>
            <a:ext cx="1987275" cy="1793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467"/>
              </a:lnSpc>
            </a:pPr>
            <a:r>
              <a:rPr lang="en-US" sz="1200" dirty="0">
                <a:solidFill>
                  <a:srgbClr val="2C3E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Orden de Trabajo automática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4562475" y="3487043"/>
            <a:ext cx="60914" cy="1806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sz="911" b="1" dirty="0">
                <a:solidFill>
                  <a:srgbClr val="0078D4"/>
                </a:solidFill>
              </a:rPr>
              <a:t>•</a:t>
            </a:r>
            <a:endParaRPr lang="en-US" sz="911" dirty="0"/>
          </a:p>
        </p:txBody>
      </p:sp>
      <p:sp>
        <p:nvSpPr>
          <p:cNvPr id="41" name="Text 38"/>
          <p:cNvSpPr/>
          <p:nvPr/>
        </p:nvSpPr>
        <p:spPr>
          <a:xfrm>
            <a:off x="4707880" y="3443092"/>
            <a:ext cx="3109952" cy="5640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467"/>
              </a:lnSpc>
            </a:pPr>
            <a:r>
              <a:rPr lang="en-US" sz="1200" dirty="0">
                <a:solidFill>
                  <a:srgbClr val="2C3E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Mecánico actualiza avances(diagnóstico ,registro de pausas, reparación, repuesto, finalizado)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Text 39"/>
          <p:cNvSpPr/>
          <p:nvPr/>
        </p:nvSpPr>
        <p:spPr>
          <a:xfrm>
            <a:off x="4562475" y="4092380"/>
            <a:ext cx="60914" cy="1806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sz="911" b="1" dirty="0">
                <a:solidFill>
                  <a:srgbClr val="0078D4"/>
                </a:solidFill>
              </a:rPr>
              <a:t>•</a:t>
            </a:r>
            <a:endParaRPr lang="en-US" sz="911" dirty="0"/>
          </a:p>
        </p:txBody>
      </p:sp>
      <p:sp>
        <p:nvSpPr>
          <p:cNvPr id="43" name="Text 40"/>
          <p:cNvSpPr/>
          <p:nvPr/>
        </p:nvSpPr>
        <p:spPr>
          <a:xfrm>
            <a:off x="4691602" y="4102975"/>
            <a:ext cx="2921645" cy="3792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467"/>
              </a:lnSpc>
            </a:pPr>
            <a:r>
              <a:rPr lang="en-US" sz="1200" dirty="0">
                <a:solidFill>
                  <a:srgbClr val="2C3E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Solicitudes de repuestos centralizadas con registro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 41"/>
          <p:cNvSpPr/>
          <p:nvPr/>
        </p:nvSpPr>
        <p:spPr>
          <a:xfrm>
            <a:off x="4576101" y="4489447"/>
            <a:ext cx="60914" cy="1806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sz="911" b="1" dirty="0">
                <a:solidFill>
                  <a:srgbClr val="0078D4"/>
                </a:solidFill>
              </a:rPr>
              <a:t>•</a:t>
            </a:r>
            <a:endParaRPr lang="en-US" sz="911" dirty="0"/>
          </a:p>
        </p:txBody>
      </p:sp>
      <p:sp>
        <p:nvSpPr>
          <p:cNvPr id="45" name="Text 42"/>
          <p:cNvSpPr/>
          <p:nvPr/>
        </p:nvSpPr>
        <p:spPr>
          <a:xfrm>
            <a:off x="4737508" y="4499227"/>
            <a:ext cx="2862387" cy="1793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467"/>
              </a:lnSpc>
            </a:pPr>
            <a:r>
              <a:rPr lang="en-US" sz="1200" dirty="0">
                <a:solidFill>
                  <a:srgbClr val="2C3E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Jefe de Taller controla con checklist digital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Shape 43"/>
          <p:cNvSpPr/>
          <p:nvPr/>
        </p:nvSpPr>
        <p:spPr>
          <a:xfrm>
            <a:off x="4562475" y="4944369"/>
            <a:ext cx="3067051" cy="25241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s-CL" sz="2400"/>
          </a:p>
        </p:txBody>
      </p:sp>
      <p:sp>
        <p:nvSpPr>
          <p:cNvPr id="47" name="Shape 44"/>
          <p:cNvSpPr/>
          <p:nvPr/>
        </p:nvSpPr>
        <p:spPr>
          <a:xfrm>
            <a:off x="4562475" y="5177731"/>
            <a:ext cx="3067051" cy="19051"/>
          </a:xfrm>
          <a:prstGeom prst="rect">
            <a:avLst/>
          </a:prstGeom>
          <a:solidFill>
            <a:srgbClr val="E32119"/>
          </a:solidFill>
          <a:ln/>
        </p:spPr>
        <p:txBody>
          <a:bodyPr/>
          <a:lstStyle/>
          <a:p>
            <a:endParaRPr lang="es-CL" sz="2400"/>
          </a:p>
        </p:txBody>
      </p:sp>
      <p:sp>
        <p:nvSpPr>
          <p:cNvPr id="48" name="Text 45"/>
          <p:cNvSpPr/>
          <p:nvPr/>
        </p:nvSpPr>
        <p:spPr>
          <a:xfrm>
            <a:off x="4562475" y="4944369"/>
            <a:ext cx="3067051" cy="263941"/>
          </a:xfrm>
          <a:prstGeom prst="rect">
            <a:avLst/>
          </a:prstGeom>
          <a:noFill/>
          <a:ln/>
        </p:spPr>
        <p:txBody>
          <a:bodyPr wrap="square" lIns="0" tIns="0" rIns="0" bIns="90763" rtlCol="0" anchor="t">
            <a:spAutoFit/>
          </a:bodyPr>
          <a:lstStyle/>
          <a:p>
            <a:pPr>
              <a:lnSpc>
                <a:spcPts val="1200"/>
              </a:lnSpc>
            </a:pPr>
            <a:r>
              <a:rPr lang="en-US" sz="1600" b="1" kern="0" spc="1" dirty="0">
                <a:solidFill>
                  <a:srgbClr val="E32119"/>
                </a:solidFill>
              </a:rPr>
              <a:t>Beneficios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4562475" y="5292031"/>
            <a:ext cx="3067051" cy="9906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s-CL" sz="2400" dirty="0"/>
          </a:p>
        </p:txBody>
      </p:sp>
      <p:sp>
        <p:nvSpPr>
          <p:cNvPr id="50" name="Shape 47"/>
          <p:cNvSpPr/>
          <p:nvPr/>
        </p:nvSpPr>
        <p:spPr>
          <a:xfrm>
            <a:off x="4562475" y="5292031"/>
            <a:ext cx="3067051" cy="19051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s-CL" sz="2400"/>
          </a:p>
        </p:txBody>
      </p:sp>
      <p:sp>
        <p:nvSpPr>
          <p:cNvPr id="51" name="Text 48"/>
          <p:cNvSpPr/>
          <p:nvPr/>
        </p:nvSpPr>
        <p:spPr>
          <a:xfrm>
            <a:off x="4562475" y="5453957"/>
            <a:ext cx="88166" cy="1806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sz="911" b="1" dirty="0">
                <a:solidFill>
                  <a:srgbClr val="E32119"/>
                </a:solidFill>
              </a:rPr>
              <a:t>✓</a:t>
            </a:r>
            <a:endParaRPr lang="en-US" sz="911" dirty="0"/>
          </a:p>
        </p:txBody>
      </p:sp>
      <p:sp>
        <p:nvSpPr>
          <p:cNvPr id="52" name="Text 49"/>
          <p:cNvSpPr/>
          <p:nvPr/>
        </p:nvSpPr>
        <p:spPr>
          <a:xfrm>
            <a:off x="4754166" y="5444431"/>
            <a:ext cx="2395336" cy="1793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467"/>
              </a:lnSpc>
            </a:pPr>
            <a:r>
              <a:rPr lang="en-US" sz="1200" b="1" dirty="0">
                <a:solidFill>
                  <a:srgbClr val="2C3E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Visibilidad completa del proceso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Text 50"/>
          <p:cNvSpPr/>
          <p:nvPr/>
        </p:nvSpPr>
        <p:spPr>
          <a:xfrm>
            <a:off x="4562475" y="5758757"/>
            <a:ext cx="88166" cy="1806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sz="911" b="1" dirty="0">
                <a:solidFill>
                  <a:srgbClr val="E32119"/>
                </a:solidFill>
              </a:rPr>
              <a:t>✓</a:t>
            </a:r>
            <a:endParaRPr lang="en-US" sz="911" dirty="0"/>
          </a:p>
        </p:txBody>
      </p:sp>
      <p:sp>
        <p:nvSpPr>
          <p:cNvPr id="54" name="Text 51"/>
          <p:cNvSpPr/>
          <p:nvPr/>
        </p:nvSpPr>
        <p:spPr>
          <a:xfrm>
            <a:off x="4754165" y="5749231"/>
            <a:ext cx="3533018" cy="1793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467"/>
              </a:lnSpc>
            </a:pPr>
            <a:r>
              <a:rPr lang="en-US" sz="1200" b="1" dirty="0">
                <a:solidFill>
                  <a:srgbClr val="2C3E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Reducción de errores por falta de comunicación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Text 52"/>
          <p:cNvSpPr/>
          <p:nvPr/>
        </p:nvSpPr>
        <p:spPr>
          <a:xfrm>
            <a:off x="4562475" y="6063557"/>
            <a:ext cx="88166" cy="1806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sz="911" b="1" dirty="0">
                <a:solidFill>
                  <a:srgbClr val="E32119"/>
                </a:solidFill>
              </a:rPr>
              <a:t>✓</a:t>
            </a:r>
            <a:endParaRPr lang="en-US" sz="911" dirty="0"/>
          </a:p>
        </p:txBody>
      </p:sp>
      <p:sp>
        <p:nvSpPr>
          <p:cNvPr id="56" name="Text 53"/>
          <p:cNvSpPr/>
          <p:nvPr/>
        </p:nvSpPr>
        <p:spPr>
          <a:xfrm>
            <a:off x="4754166" y="6054031"/>
            <a:ext cx="2543517" cy="1793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467"/>
              </a:lnSpc>
            </a:pPr>
            <a:r>
              <a:rPr lang="en-US" sz="1200" b="1" dirty="0">
                <a:solidFill>
                  <a:srgbClr val="2C3E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Trazabilidad completa del vehículo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Shape 54"/>
          <p:cNvSpPr/>
          <p:nvPr/>
        </p:nvSpPr>
        <p:spPr>
          <a:xfrm>
            <a:off x="8191500" y="1788765"/>
            <a:ext cx="3524251" cy="4804395"/>
          </a:xfrm>
          <a:prstGeom prst="rect">
            <a:avLst/>
          </a:prstGeom>
          <a:solidFill>
            <a:srgbClr val="003DA5">
              <a:alpha val="1000"/>
            </a:srgbClr>
          </a:solidFill>
          <a:ln/>
        </p:spPr>
        <p:txBody>
          <a:bodyPr/>
          <a:lstStyle/>
          <a:p>
            <a:endParaRPr lang="es-CL" sz="2400"/>
          </a:p>
        </p:txBody>
      </p:sp>
      <p:sp>
        <p:nvSpPr>
          <p:cNvPr id="58" name="Shape 55"/>
          <p:cNvSpPr/>
          <p:nvPr/>
        </p:nvSpPr>
        <p:spPr>
          <a:xfrm>
            <a:off x="8191501" y="1788765"/>
            <a:ext cx="47625" cy="4804395"/>
          </a:xfrm>
          <a:prstGeom prst="rect">
            <a:avLst/>
          </a:prstGeom>
          <a:solidFill>
            <a:srgbClr val="003DA5"/>
          </a:solidFill>
          <a:ln/>
        </p:spPr>
        <p:txBody>
          <a:bodyPr/>
          <a:lstStyle/>
          <a:p>
            <a:endParaRPr lang="es-CL" sz="2400"/>
          </a:p>
        </p:txBody>
      </p:sp>
      <p:sp>
        <p:nvSpPr>
          <p:cNvPr id="59" name="Text 56"/>
          <p:cNvSpPr/>
          <p:nvPr/>
        </p:nvSpPr>
        <p:spPr>
          <a:xfrm>
            <a:off x="8420101" y="2017366"/>
            <a:ext cx="2253822" cy="1985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733"/>
              </a:lnSpc>
            </a:pPr>
            <a:r>
              <a:rPr lang="en-US" sz="1200" b="1" dirty="0">
                <a:solidFill>
                  <a:srgbClr val="003DA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Reportabilidad y Control Zonal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Shape 57"/>
          <p:cNvSpPr/>
          <p:nvPr/>
        </p:nvSpPr>
        <p:spPr>
          <a:xfrm>
            <a:off x="8420100" y="2602186"/>
            <a:ext cx="3067051" cy="25241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s-CL" sz="2400"/>
          </a:p>
        </p:txBody>
      </p:sp>
      <p:sp>
        <p:nvSpPr>
          <p:cNvPr id="61" name="Shape 58"/>
          <p:cNvSpPr/>
          <p:nvPr/>
        </p:nvSpPr>
        <p:spPr>
          <a:xfrm>
            <a:off x="8420100" y="2835548"/>
            <a:ext cx="3067051" cy="19051"/>
          </a:xfrm>
          <a:prstGeom prst="rect">
            <a:avLst/>
          </a:prstGeom>
          <a:solidFill>
            <a:srgbClr val="E32119"/>
          </a:solidFill>
          <a:ln/>
        </p:spPr>
        <p:txBody>
          <a:bodyPr/>
          <a:lstStyle/>
          <a:p>
            <a:endParaRPr lang="es-CL" sz="2400"/>
          </a:p>
        </p:txBody>
      </p:sp>
      <p:sp>
        <p:nvSpPr>
          <p:cNvPr id="62" name="Text 59"/>
          <p:cNvSpPr/>
          <p:nvPr/>
        </p:nvSpPr>
        <p:spPr>
          <a:xfrm>
            <a:off x="8420100" y="2602186"/>
            <a:ext cx="3067051" cy="256823"/>
          </a:xfrm>
          <a:prstGeom prst="rect">
            <a:avLst/>
          </a:prstGeom>
          <a:noFill/>
          <a:ln/>
        </p:spPr>
        <p:txBody>
          <a:bodyPr wrap="square" lIns="0" tIns="0" rIns="0" bIns="90763" rtlCol="0" anchor="t">
            <a:spAutoFit/>
          </a:bodyPr>
          <a:lstStyle/>
          <a:p>
            <a:pPr>
              <a:lnSpc>
                <a:spcPts val="1200"/>
              </a:lnSpc>
            </a:pPr>
            <a:r>
              <a:rPr lang="en-US" sz="1400" b="1" kern="0" spc="1" dirty="0">
                <a:solidFill>
                  <a:srgbClr val="E32119"/>
                </a:solidFill>
              </a:rPr>
              <a:t>Funcionalidades</a:t>
            </a:r>
            <a:endParaRPr lang="en-US" sz="1400" dirty="0"/>
          </a:p>
        </p:txBody>
      </p:sp>
      <p:sp>
        <p:nvSpPr>
          <p:cNvPr id="63" name="Text 60"/>
          <p:cNvSpPr/>
          <p:nvPr/>
        </p:nvSpPr>
        <p:spPr>
          <a:xfrm>
            <a:off x="8420100" y="2959373"/>
            <a:ext cx="60914" cy="1806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sz="911" b="1" dirty="0">
                <a:solidFill>
                  <a:srgbClr val="0078D4"/>
                </a:solidFill>
              </a:rPr>
              <a:t>•</a:t>
            </a:r>
            <a:endParaRPr lang="en-US" sz="911" dirty="0"/>
          </a:p>
        </p:txBody>
      </p:sp>
      <p:sp>
        <p:nvSpPr>
          <p:cNvPr id="64" name="Text 61"/>
          <p:cNvSpPr/>
          <p:nvPr/>
        </p:nvSpPr>
        <p:spPr>
          <a:xfrm>
            <a:off x="8565506" y="2949849"/>
            <a:ext cx="2921645" cy="3792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467"/>
              </a:lnSpc>
            </a:pPr>
            <a:r>
              <a:rPr lang="en-US" sz="1200" dirty="0">
                <a:solidFill>
                  <a:srgbClr val="2C3E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Historial completo del vehículo con fotos y documentos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Text 62"/>
          <p:cNvSpPr/>
          <p:nvPr/>
        </p:nvSpPr>
        <p:spPr>
          <a:xfrm>
            <a:off x="8420100" y="3426097"/>
            <a:ext cx="60914" cy="1806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sz="911" b="1" dirty="0">
                <a:solidFill>
                  <a:srgbClr val="0078D4"/>
                </a:solidFill>
              </a:rPr>
              <a:t>•</a:t>
            </a:r>
            <a:endParaRPr lang="en-US" sz="911" dirty="0"/>
          </a:p>
        </p:txBody>
      </p:sp>
      <p:sp>
        <p:nvSpPr>
          <p:cNvPr id="66" name="Text 63"/>
          <p:cNvSpPr/>
          <p:nvPr/>
        </p:nvSpPr>
        <p:spPr>
          <a:xfrm>
            <a:off x="8565505" y="3416574"/>
            <a:ext cx="3181961" cy="1793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467"/>
              </a:lnSpc>
            </a:pPr>
            <a:r>
              <a:rPr lang="en-US" sz="1200" dirty="0">
                <a:solidFill>
                  <a:srgbClr val="2C3E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Reportes automáticos (supervisores y jefatura)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" name="Text 64"/>
          <p:cNvSpPr/>
          <p:nvPr/>
        </p:nvSpPr>
        <p:spPr>
          <a:xfrm>
            <a:off x="8420100" y="3730897"/>
            <a:ext cx="60914" cy="1806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sz="911" b="1" dirty="0">
                <a:solidFill>
                  <a:srgbClr val="0078D4"/>
                </a:solidFill>
              </a:rPr>
              <a:t>•</a:t>
            </a:r>
            <a:endParaRPr lang="en-US" sz="911" dirty="0"/>
          </a:p>
        </p:txBody>
      </p:sp>
      <p:sp>
        <p:nvSpPr>
          <p:cNvPr id="68" name="Text 65"/>
          <p:cNvSpPr/>
          <p:nvPr/>
        </p:nvSpPr>
        <p:spPr>
          <a:xfrm>
            <a:off x="8565506" y="3721374"/>
            <a:ext cx="2921645" cy="571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467"/>
              </a:lnSpc>
            </a:pPr>
            <a:r>
              <a:rPr lang="en-US" sz="1200" dirty="0">
                <a:solidFill>
                  <a:srgbClr val="2C3E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Dashboard con métricas: tiempo promedio, vehículos en taller, OTs pendientes, repuestos más usados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9" name="Shape 66"/>
          <p:cNvSpPr/>
          <p:nvPr/>
        </p:nvSpPr>
        <p:spPr>
          <a:xfrm>
            <a:off x="8420100" y="4602437"/>
            <a:ext cx="3067051" cy="25241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s-CL" sz="2400"/>
          </a:p>
        </p:txBody>
      </p:sp>
      <p:sp>
        <p:nvSpPr>
          <p:cNvPr id="70" name="Shape 67"/>
          <p:cNvSpPr/>
          <p:nvPr/>
        </p:nvSpPr>
        <p:spPr>
          <a:xfrm>
            <a:off x="8420100" y="4835797"/>
            <a:ext cx="3067051" cy="19051"/>
          </a:xfrm>
          <a:prstGeom prst="rect">
            <a:avLst/>
          </a:prstGeom>
          <a:solidFill>
            <a:srgbClr val="E32119"/>
          </a:solidFill>
          <a:ln/>
        </p:spPr>
        <p:txBody>
          <a:bodyPr/>
          <a:lstStyle/>
          <a:p>
            <a:endParaRPr lang="es-CL" sz="2400"/>
          </a:p>
        </p:txBody>
      </p:sp>
      <p:sp>
        <p:nvSpPr>
          <p:cNvPr id="71" name="Text 68"/>
          <p:cNvSpPr/>
          <p:nvPr/>
        </p:nvSpPr>
        <p:spPr>
          <a:xfrm>
            <a:off x="8420100" y="4602437"/>
            <a:ext cx="3067051" cy="263941"/>
          </a:xfrm>
          <a:prstGeom prst="rect">
            <a:avLst/>
          </a:prstGeom>
          <a:noFill/>
          <a:ln/>
        </p:spPr>
        <p:txBody>
          <a:bodyPr wrap="square" lIns="0" tIns="0" rIns="0" bIns="90763" rtlCol="0" anchor="t">
            <a:spAutoFit/>
          </a:bodyPr>
          <a:lstStyle/>
          <a:p>
            <a:pPr>
              <a:lnSpc>
                <a:spcPts val="1200"/>
              </a:lnSpc>
            </a:pPr>
            <a:r>
              <a:rPr lang="en-US" sz="1600" b="1" kern="0" spc="1" dirty="0">
                <a:solidFill>
                  <a:srgbClr val="E32119"/>
                </a:solidFill>
              </a:rPr>
              <a:t>Beneficios</a:t>
            </a:r>
            <a:endParaRPr lang="en-US" sz="1600" dirty="0"/>
          </a:p>
        </p:txBody>
      </p:sp>
      <p:sp>
        <p:nvSpPr>
          <p:cNvPr id="72" name="Shape 69"/>
          <p:cNvSpPr/>
          <p:nvPr/>
        </p:nvSpPr>
        <p:spPr>
          <a:xfrm>
            <a:off x="8420100" y="4950097"/>
            <a:ext cx="3067051" cy="9906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s-CL" sz="2400"/>
          </a:p>
        </p:txBody>
      </p:sp>
      <p:sp>
        <p:nvSpPr>
          <p:cNvPr id="73" name="Shape 70"/>
          <p:cNvSpPr/>
          <p:nvPr/>
        </p:nvSpPr>
        <p:spPr>
          <a:xfrm>
            <a:off x="8420100" y="4950097"/>
            <a:ext cx="3067051" cy="19051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s-CL" sz="2400"/>
          </a:p>
        </p:txBody>
      </p:sp>
      <p:sp>
        <p:nvSpPr>
          <p:cNvPr id="74" name="Text 71"/>
          <p:cNvSpPr/>
          <p:nvPr/>
        </p:nvSpPr>
        <p:spPr>
          <a:xfrm>
            <a:off x="8420100" y="5112023"/>
            <a:ext cx="88166" cy="186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sz="911" b="1" dirty="0">
                <a:solidFill>
                  <a:srgbClr val="E32119"/>
                </a:solidFill>
              </a:rPr>
              <a:t>✓</a:t>
            </a:r>
            <a:endParaRPr lang="en-US" sz="911" dirty="0"/>
          </a:p>
        </p:txBody>
      </p:sp>
      <p:sp>
        <p:nvSpPr>
          <p:cNvPr id="75" name="Text 72"/>
          <p:cNvSpPr/>
          <p:nvPr/>
        </p:nvSpPr>
        <p:spPr>
          <a:xfrm>
            <a:off x="8611791" y="5102498"/>
            <a:ext cx="2885405" cy="1793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467"/>
              </a:lnSpc>
            </a:pPr>
            <a:r>
              <a:rPr lang="en-US" sz="1200" b="1" dirty="0">
                <a:solidFill>
                  <a:srgbClr val="2C3E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Alineación al objetivo del caso práctico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6" name="Text 73"/>
          <p:cNvSpPr/>
          <p:nvPr/>
        </p:nvSpPr>
        <p:spPr>
          <a:xfrm>
            <a:off x="8420100" y="5416823"/>
            <a:ext cx="88166" cy="1806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sz="911" b="1" dirty="0">
                <a:solidFill>
                  <a:srgbClr val="E32119"/>
                </a:solidFill>
              </a:rPr>
              <a:t>✓</a:t>
            </a:r>
            <a:endParaRPr lang="en-US" sz="911" dirty="0"/>
          </a:p>
        </p:txBody>
      </p:sp>
      <p:sp>
        <p:nvSpPr>
          <p:cNvPr id="77" name="Text 74"/>
          <p:cNvSpPr/>
          <p:nvPr/>
        </p:nvSpPr>
        <p:spPr>
          <a:xfrm>
            <a:off x="8611791" y="5407298"/>
            <a:ext cx="1309654" cy="1793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467"/>
              </a:lnSpc>
            </a:pPr>
            <a:r>
              <a:rPr lang="en-US" sz="1200" b="1" dirty="0">
                <a:solidFill>
                  <a:srgbClr val="2C3E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Facilita auditorías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8" name="Text 75"/>
          <p:cNvSpPr/>
          <p:nvPr/>
        </p:nvSpPr>
        <p:spPr>
          <a:xfrm>
            <a:off x="8420100" y="5721623"/>
            <a:ext cx="88166" cy="1806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sz="911" b="1" dirty="0">
                <a:solidFill>
                  <a:srgbClr val="E32119"/>
                </a:solidFill>
              </a:rPr>
              <a:t>✓</a:t>
            </a:r>
            <a:endParaRPr lang="en-US" sz="911" dirty="0"/>
          </a:p>
        </p:txBody>
      </p:sp>
      <p:sp>
        <p:nvSpPr>
          <p:cNvPr id="79" name="Text 76"/>
          <p:cNvSpPr/>
          <p:nvPr/>
        </p:nvSpPr>
        <p:spPr>
          <a:xfrm>
            <a:off x="8611791" y="5712098"/>
            <a:ext cx="2216954" cy="1793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467"/>
              </a:lnSpc>
            </a:pPr>
            <a:r>
              <a:rPr lang="en-US" sz="1200" b="1" dirty="0">
                <a:solidFill>
                  <a:srgbClr val="2C3E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Mejora de indicadores de flota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637B2035-1FCB-439A-B421-095E136C7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76D6CDF-C512-4739-B158-55EE955EFA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503" y="-1"/>
            <a:ext cx="12192000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A01639E-B232-C2B9-FABC-43A37A275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3" y="670559"/>
            <a:ext cx="4683321" cy="2148841"/>
          </a:xfrm>
        </p:spPr>
        <p:txBody>
          <a:bodyPr anchor="t">
            <a:normAutofit/>
          </a:bodyPr>
          <a:lstStyle/>
          <a:p>
            <a:r>
              <a:rPr lang="es-MX" sz="3700"/>
              <a:t>Tecnologías y Herramientas del Proyecto</a:t>
            </a:r>
            <a:br>
              <a:rPr lang="es-MX" sz="3700" b="1"/>
            </a:br>
            <a:endParaRPr lang="es-CL" sz="37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C05F67-448B-3523-34D4-8DF76B7ED5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345" b="-2"/>
          <a:stretch>
            <a:fillRect/>
          </a:stretch>
        </p:blipFill>
        <p:spPr>
          <a:xfrm>
            <a:off x="1" y="3105151"/>
            <a:ext cx="6448424" cy="3752849"/>
          </a:xfrm>
          <a:custGeom>
            <a:avLst/>
            <a:gdLst/>
            <a:ahLst/>
            <a:cxnLst/>
            <a:rect l="l" t="t" r="r" b="b"/>
            <a:pathLst>
              <a:path w="6448424" h="3752849">
                <a:moveTo>
                  <a:pt x="0" y="0"/>
                </a:moveTo>
                <a:lnTo>
                  <a:pt x="137978" y="22215"/>
                </a:lnTo>
                <a:cubicBezTo>
                  <a:pt x="196046" y="32277"/>
                  <a:pt x="252469" y="42437"/>
                  <a:pt x="295660" y="49771"/>
                </a:cubicBezTo>
                <a:cubicBezTo>
                  <a:pt x="364885" y="66610"/>
                  <a:pt x="403214" y="32071"/>
                  <a:pt x="456941" y="65635"/>
                </a:cubicBezTo>
                <a:cubicBezTo>
                  <a:pt x="529612" y="69090"/>
                  <a:pt x="662508" y="71245"/>
                  <a:pt x="731691" y="70501"/>
                </a:cubicBezTo>
                <a:cubicBezTo>
                  <a:pt x="768741" y="62400"/>
                  <a:pt x="808263" y="64633"/>
                  <a:pt x="841820" y="61171"/>
                </a:cubicBezTo>
                <a:cubicBezTo>
                  <a:pt x="958973" y="43639"/>
                  <a:pt x="1009730" y="45863"/>
                  <a:pt x="1068219" y="39136"/>
                </a:cubicBezTo>
                <a:cubicBezTo>
                  <a:pt x="1104329" y="33447"/>
                  <a:pt x="1156536" y="44203"/>
                  <a:pt x="1174190" y="38808"/>
                </a:cubicBezTo>
                <a:cubicBezTo>
                  <a:pt x="1188943" y="36385"/>
                  <a:pt x="1213832" y="14880"/>
                  <a:pt x="1225923" y="34507"/>
                </a:cubicBezTo>
                <a:cubicBezTo>
                  <a:pt x="1305283" y="8501"/>
                  <a:pt x="1319617" y="30839"/>
                  <a:pt x="1385617" y="18003"/>
                </a:cubicBezTo>
                <a:cubicBezTo>
                  <a:pt x="1461876" y="-26747"/>
                  <a:pt x="1519510" y="56342"/>
                  <a:pt x="1563967" y="4638"/>
                </a:cubicBezTo>
                <a:lnTo>
                  <a:pt x="1676634" y="10582"/>
                </a:lnTo>
                <a:lnTo>
                  <a:pt x="1769429" y="20265"/>
                </a:lnTo>
                <a:cubicBezTo>
                  <a:pt x="1790625" y="23534"/>
                  <a:pt x="1880369" y="18448"/>
                  <a:pt x="1900584" y="27732"/>
                </a:cubicBezTo>
                <a:cubicBezTo>
                  <a:pt x="2072430" y="22762"/>
                  <a:pt x="2014935" y="5831"/>
                  <a:pt x="2127041" y="22101"/>
                </a:cubicBezTo>
                <a:cubicBezTo>
                  <a:pt x="2168847" y="65820"/>
                  <a:pt x="2153052" y="28773"/>
                  <a:pt x="2211644" y="44507"/>
                </a:cubicBezTo>
                <a:cubicBezTo>
                  <a:pt x="2211201" y="9921"/>
                  <a:pt x="2277596" y="73686"/>
                  <a:pt x="2299605" y="38004"/>
                </a:cubicBezTo>
                <a:cubicBezTo>
                  <a:pt x="2309570" y="41997"/>
                  <a:pt x="2318531" y="46991"/>
                  <a:pt x="2327359" y="52270"/>
                </a:cubicBezTo>
                <a:lnTo>
                  <a:pt x="2331995" y="55017"/>
                </a:lnTo>
                <a:lnTo>
                  <a:pt x="2353777" y="59755"/>
                </a:lnTo>
                <a:lnTo>
                  <a:pt x="2355893" y="68914"/>
                </a:lnTo>
                <a:lnTo>
                  <a:pt x="2385794" y="81650"/>
                </a:lnTo>
                <a:cubicBezTo>
                  <a:pt x="2397613" y="85211"/>
                  <a:pt x="2411061" y="87627"/>
                  <a:pt x="2427010" y="88184"/>
                </a:cubicBezTo>
                <a:cubicBezTo>
                  <a:pt x="2486314" y="76422"/>
                  <a:pt x="2553170" y="126870"/>
                  <a:pt x="2627153" y="110451"/>
                </a:cubicBezTo>
                <a:cubicBezTo>
                  <a:pt x="2653722" y="107383"/>
                  <a:pt x="2732043" y="116068"/>
                  <a:pt x="2744462" y="128780"/>
                </a:cubicBezTo>
                <a:cubicBezTo>
                  <a:pt x="2760299" y="132873"/>
                  <a:pt x="2780248" y="130843"/>
                  <a:pt x="2785202" y="143610"/>
                </a:cubicBezTo>
                <a:cubicBezTo>
                  <a:pt x="2794558" y="159316"/>
                  <a:pt x="2856498" y="142821"/>
                  <a:pt x="2844667" y="159029"/>
                </a:cubicBezTo>
                <a:cubicBezTo>
                  <a:pt x="2888530" y="147871"/>
                  <a:pt x="2914187" y="181391"/>
                  <a:pt x="2946649" y="192330"/>
                </a:cubicBezTo>
                <a:cubicBezTo>
                  <a:pt x="2981872" y="180417"/>
                  <a:pt x="3015239" y="215115"/>
                  <a:pt x="3088812" y="226485"/>
                </a:cubicBezTo>
                <a:cubicBezTo>
                  <a:pt x="3127734" y="212524"/>
                  <a:pt x="3138301" y="234381"/>
                  <a:pt x="3208669" y="217774"/>
                </a:cubicBezTo>
                <a:cubicBezTo>
                  <a:pt x="3242208" y="219284"/>
                  <a:pt x="3229623" y="233297"/>
                  <a:pt x="3290045" y="235553"/>
                </a:cubicBezTo>
                <a:cubicBezTo>
                  <a:pt x="3399655" y="215239"/>
                  <a:pt x="3444518" y="245862"/>
                  <a:pt x="3529335" y="249571"/>
                </a:cubicBezTo>
                <a:cubicBezTo>
                  <a:pt x="3623697" y="257405"/>
                  <a:pt x="3587652" y="268832"/>
                  <a:pt x="3716766" y="252690"/>
                </a:cubicBezTo>
                <a:cubicBezTo>
                  <a:pt x="3723469" y="267318"/>
                  <a:pt x="3737863" y="269842"/>
                  <a:pt x="3765333" y="266823"/>
                </a:cubicBezTo>
                <a:cubicBezTo>
                  <a:pt x="3810754" y="271601"/>
                  <a:pt x="3792745" y="303866"/>
                  <a:pt x="3846897" y="290090"/>
                </a:cubicBezTo>
                <a:cubicBezTo>
                  <a:pt x="3830941" y="306608"/>
                  <a:pt x="3929114" y="308026"/>
                  <a:pt x="3900217" y="323590"/>
                </a:cubicBezTo>
                <a:cubicBezTo>
                  <a:pt x="3922367" y="343425"/>
                  <a:pt x="3948574" y="318948"/>
                  <a:pt x="3971444" y="336662"/>
                </a:cubicBezTo>
                <a:cubicBezTo>
                  <a:pt x="4002781" y="344193"/>
                  <a:pt x="3960997" y="315419"/>
                  <a:pt x="3997868" y="318867"/>
                </a:cubicBezTo>
                <a:cubicBezTo>
                  <a:pt x="4041159" y="326219"/>
                  <a:pt x="4055435" y="293981"/>
                  <a:pt x="4070852" y="339615"/>
                </a:cubicBezTo>
                <a:cubicBezTo>
                  <a:pt x="4121286" y="335828"/>
                  <a:pt x="4121920" y="355506"/>
                  <a:pt x="4180483" y="373369"/>
                </a:cubicBezTo>
                <a:cubicBezTo>
                  <a:pt x="4211379" y="366707"/>
                  <a:pt x="4230171" y="374664"/>
                  <a:pt x="4246264" y="387458"/>
                </a:cubicBezTo>
                <a:cubicBezTo>
                  <a:pt x="4308508" y="393310"/>
                  <a:pt x="4357326" y="416142"/>
                  <a:pt x="4423169" y="431783"/>
                </a:cubicBezTo>
                <a:lnTo>
                  <a:pt x="4446752" y="435383"/>
                </a:lnTo>
                <a:lnTo>
                  <a:pt x="4446954" y="435566"/>
                </a:lnTo>
                <a:cubicBezTo>
                  <a:pt x="4508528" y="480137"/>
                  <a:pt x="4617740" y="529869"/>
                  <a:pt x="4662523" y="553169"/>
                </a:cubicBezTo>
                <a:cubicBezTo>
                  <a:pt x="4720320" y="547046"/>
                  <a:pt x="4678644" y="560102"/>
                  <a:pt x="4715641" y="575354"/>
                </a:cubicBezTo>
                <a:cubicBezTo>
                  <a:pt x="4682056" y="593278"/>
                  <a:pt x="4768370" y="586520"/>
                  <a:pt x="4742071" y="614016"/>
                </a:cubicBezTo>
                <a:cubicBezTo>
                  <a:pt x="4749637" y="615922"/>
                  <a:pt x="4757797" y="616899"/>
                  <a:pt x="4766183" y="617675"/>
                </a:cubicBezTo>
                <a:lnTo>
                  <a:pt x="4770562" y="618094"/>
                </a:lnTo>
                <a:lnTo>
                  <a:pt x="4783240" y="624350"/>
                </a:lnTo>
                <a:lnTo>
                  <a:pt x="4792882" y="620401"/>
                </a:lnTo>
                <a:lnTo>
                  <a:pt x="4816310" y="625721"/>
                </a:lnTo>
                <a:cubicBezTo>
                  <a:pt x="4824144" y="628595"/>
                  <a:pt x="4831482" y="632720"/>
                  <a:pt x="4837953" y="638824"/>
                </a:cubicBezTo>
                <a:cubicBezTo>
                  <a:pt x="4848645" y="668753"/>
                  <a:pt x="4922266" y="669148"/>
                  <a:pt x="4933914" y="707398"/>
                </a:cubicBezTo>
                <a:cubicBezTo>
                  <a:pt x="4940833" y="719653"/>
                  <a:pt x="4978358" y="746502"/>
                  <a:pt x="4995259" y="744825"/>
                </a:cubicBezTo>
                <a:cubicBezTo>
                  <a:pt x="5005107" y="749034"/>
                  <a:pt x="5010567" y="758092"/>
                  <a:pt x="5024744" y="753396"/>
                </a:cubicBezTo>
                <a:cubicBezTo>
                  <a:pt x="5047511" y="761361"/>
                  <a:pt x="5109162" y="783016"/>
                  <a:pt x="5131877" y="792613"/>
                </a:cubicBezTo>
                <a:cubicBezTo>
                  <a:pt x="5132671" y="802792"/>
                  <a:pt x="5144554" y="806683"/>
                  <a:pt x="5161031" y="810975"/>
                </a:cubicBezTo>
                <a:lnTo>
                  <a:pt x="5176815" y="815342"/>
                </a:lnTo>
                <a:lnTo>
                  <a:pt x="5180064" y="831233"/>
                </a:lnTo>
                <a:cubicBezTo>
                  <a:pt x="5202966" y="819270"/>
                  <a:pt x="5188976" y="863361"/>
                  <a:pt x="5215059" y="865080"/>
                </a:cubicBezTo>
                <a:cubicBezTo>
                  <a:pt x="5235765" y="864786"/>
                  <a:pt x="5236347" y="878098"/>
                  <a:pt x="5245643" y="887119"/>
                </a:cubicBezTo>
                <a:cubicBezTo>
                  <a:pt x="5267660" y="891609"/>
                  <a:pt x="5295742" y="939348"/>
                  <a:pt x="5295952" y="957174"/>
                </a:cubicBezTo>
                <a:cubicBezTo>
                  <a:pt x="5284322" y="1008946"/>
                  <a:pt x="5374979" y="1038019"/>
                  <a:pt x="5367826" y="1079140"/>
                </a:cubicBezTo>
                <a:cubicBezTo>
                  <a:pt x="5371668" y="1089190"/>
                  <a:pt x="5377921" y="1097135"/>
                  <a:pt x="5385646" y="1103730"/>
                </a:cubicBezTo>
                <a:lnTo>
                  <a:pt x="5410965" y="1119397"/>
                </a:lnTo>
                <a:lnTo>
                  <a:pt x="5436960" y="1130910"/>
                </a:lnTo>
                <a:lnTo>
                  <a:pt x="5442083" y="1133134"/>
                </a:lnTo>
                <a:cubicBezTo>
                  <a:pt x="5451910" y="1137346"/>
                  <a:pt x="5457170" y="1169188"/>
                  <a:pt x="5465219" y="1174479"/>
                </a:cubicBezTo>
                <a:cubicBezTo>
                  <a:pt x="5488744" y="1195184"/>
                  <a:pt x="5467141" y="1223401"/>
                  <a:pt x="5488171" y="1238604"/>
                </a:cubicBezTo>
                <a:cubicBezTo>
                  <a:pt x="5523491" y="1271811"/>
                  <a:pt x="5486623" y="1305961"/>
                  <a:pt x="5562172" y="1320840"/>
                </a:cubicBezTo>
                <a:cubicBezTo>
                  <a:pt x="5601634" y="1385316"/>
                  <a:pt x="5636528" y="1453139"/>
                  <a:pt x="5686905" y="1512529"/>
                </a:cubicBezTo>
                <a:cubicBezTo>
                  <a:pt x="5729049" y="1575678"/>
                  <a:pt x="5699691" y="1553768"/>
                  <a:pt x="5748726" y="1623716"/>
                </a:cubicBezTo>
                <a:cubicBezTo>
                  <a:pt x="5783098" y="1689734"/>
                  <a:pt x="5789710" y="1639740"/>
                  <a:pt x="5842593" y="1726595"/>
                </a:cubicBezTo>
                <a:cubicBezTo>
                  <a:pt x="5837824" y="1733043"/>
                  <a:pt x="5862023" y="1845188"/>
                  <a:pt x="5861042" y="1851837"/>
                </a:cubicBezTo>
                <a:cubicBezTo>
                  <a:pt x="5874156" y="1887981"/>
                  <a:pt x="5901790" y="1919218"/>
                  <a:pt x="5921290" y="1943460"/>
                </a:cubicBezTo>
                <a:lnTo>
                  <a:pt x="5978046" y="1997284"/>
                </a:lnTo>
                <a:lnTo>
                  <a:pt x="5992479" y="2056720"/>
                </a:lnTo>
                <a:cubicBezTo>
                  <a:pt x="6011078" y="2079033"/>
                  <a:pt x="6072687" y="2117397"/>
                  <a:pt x="6089639" y="2131171"/>
                </a:cubicBezTo>
                <a:lnTo>
                  <a:pt x="6094199" y="2139379"/>
                </a:lnTo>
                <a:lnTo>
                  <a:pt x="6094822" y="2139386"/>
                </a:lnTo>
                <a:cubicBezTo>
                  <a:pt x="6096947" y="2140841"/>
                  <a:pt x="6098876" y="2143416"/>
                  <a:pt x="6100692" y="2147736"/>
                </a:cubicBezTo>
                <a:lnTo>
                  <a:pt x="6102516" y="2154343"/>
                </a:lnTo>
                <a:lnTo>
                  <a:pt x="6111361" y="2170264"/>
                </a:lnTo>
                <a:lnTo>
                  <a:pt x="6215475" y="2270153"/>
                </a:lnTo>
                <a:lnTo>
                  <a:pt x="6255966" y="2335401"/>
                </a:lnTo>
                <a:lnTo>
                  <a:pt x="6272711" y="2385144"/>
                </a:lnTo>
                <a:cubicBezTo>
                  <a:pt x="6282320" y="2406495"/>
                  <a:pt x="6299066" y="2405139"/>
                  <a:pt x="6304347" y="2439388"/>
                </a:cubicBezTo>
                <a:cubicBezTo>
                  <a:pt x="6297131" y="2486231"/>
                  <a:pt x="6325530" y="2500962"/>
                  <a:pt x="6326729" y="2549400"/>
                </a:cubicBezTo>
                <a:cubicBezTo>
                  <a:pt x="6325926" y="2572066"/>
                  <a:pt x="6339111" y="2599957"/>
                  <a:pt x="6344663" y="2628839"/>
                </a:cubicBezTo>
                <a:lnTo>
                  <a:pt x="6375811" y="2639204"/>
                </a:lnTo>
                <a:cubicBezTo>
                  <a:pt x="6375427" y="2643533"/>
                  <a:pt x="6375041" y="2647863"/>
                  <a:pt x="6374657" y="2652193"/>
                </a:cubicBezTo>
                <a:cubicBezTo>
                  <a:pt x="6373555" y="2658134"/>
                  <a:pt x="6371943" y="2662665"/>
                  <a:pt x="6369740" y="2664642"/>
                </a:cubicBezTo>
                <a:cubicBezTo>
                  <a:pt x="6368032" y="2674540"/>
                  <a:pt x="6371528" y="2686899"/>
                  <a:pt x="6361964" y="2690172"/>
                </a:cubicBezTo>
                <a:cubicBezTo>
                  <a:pt x="6350507" y="2696218"/>
                  <a:pt x="6369375" y="2734440"/>
                  <a:pt x="6355511" y="2727335"/>
                </a:cubicBezTo>
                <a:cubicBezTo>
                  <a:pt x="6358746" y="2734104"/>
                  <a:pt x="6360434" y="2742096"/>
                  <a:pt x="6361058" y="2750592"/>
                </a:cubicBezTo>
                <a:cubicBezTo>
                  <a:pt x="6361013" y="2751998"/>
                  <a:pt x="6360970" y="2753408"/>
                  <a:pt x="6360926" y="2754814"/>
                </a:cubicBezTo>
                <a:lnTo>
                  <a:pt x="6339285" y="2810353"/>
                </a:lnTo>
                <a:cubicBezTo>
                  <a:pt x="6360091" y="2854187"/>
                  <a:pt x="6313103" y="2870086"/>
                  <a:pt x="6325672" y="2908809"/>
                </a:cubicBezTo>
                <a:cubicBezTo>
                  <a:pt x="6341563" y="2966972"/>
                  <a:pt x="6291836" y="2935388"/>
                  <a:pt x="6333498" y="3009772"/>
                </a:cubicBezTo>
                <a:cubicBezTo>
                  <a:pt x="6345476" y="3039254"/>
                  <a:pt x="6345955" y="3068963"/>
                  <a:pt x="6334947" y="3095405"/>
                </a:cubicBezTo>
                <a:lnTo>
                  <a:pt x="6344768" y="3155941"/>
                </a:lnTo>
                <a:cubicBezTo>
                  <a:pt x="6348643" y="3153663"/>
                  <a:pt x="6311793" y="3186588"/>
                  <a:pt x="6314754" y="3197987"/>
                </a:cubicBezTo>
                <a:cubicBezTo>
                  <a:pt x="6318695" y="3221971"/>
                  <a:pt x="6319257" y="3226752"/>
                  <a:pt x="6304230" y="3239690"/>
                </a:cubicBezTo>
                <a:cubicBezTo>
                  <a:pt x="6306321" y="3248567"/>
                  <a:pt x="6307305" y="3254005"/>
                  <a:pt x="6308837" y="3264003"/>
                </a:cubicBezTo>
                <a:cubicBezTo>
                  <a:pt x="6301812" y="3288243"/>
                  <a:pt x="6298529" y="3302527"/>
                  <a:pt x="6309285" y="3324103"/>
                </a:cubicBezTo>
                <a:cubicBezTo>
                  <a:pt x="6301188" y="3343007"/>
                  <a:pt x="6329285" y="3359307"/>
                  <a:pt x="6342503" y="3405661"/>
                </a:cubicBezTo>
                <a:cubicBezTo>
                  <a:pt x="6338012" y="3447477"/>
                  <a:pt x="6408325" y="3505721"/>
                  <a:pt x="6401531" y="3550593"/>
                </a:cubicBezTo>
                <a:cubicBezTo>
                  <a:pt x="6395655" y="3579549"/>
                  <a:pt x="6423437" y="3594758"/>
                  <a:pt x="6427705" y="3624684"/>
                </a:cubicBezTo>
                <a:cubicBezTo>
                  <a:pt x="6416402" y="3629199"/>
                  <a:pt x="6435787" y="3639516"/>
                  <a:pt x="6448424" y="3657106"/>
                </a:cubicBezTo>
                <a:lnTo>
                  <a:pt x="6444014" y="3752742"/>
                </a:lnTo>
                <a:cubicBezTo>
                  <a:pt x="6443990" y="3752777"/>
                  <a:pt x="6443967" y="3752813"/>
                  <a:pt x="6443946" y="3752849"/>
                </a:cubicBezTo>
                <a:lnTo>
                  <a:pt x="0" y="3752849"/>
                </a:lnTo>
                <a:close/>
              </a:path>
            </a:pathLst>
          </a:cu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8768F34-6AAE-6C42-4AF6-C5A2924588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97004" y="670559"/>
            <a:ext cx="4555782" cy="5445076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s-MX" sz="1400" b="1"/>
              <a:t>Tecnologías Principales</a:t>
            </a:r>
          </a:p>
          <a:p>
            <a:r>
              <a:rPr lang="es-MX" sz="1400"/>
              <a:t>💻 HTML5</a:t>
            </a:r>
            <a:br>
              <a:rPr lang="es-MX" sz="1400"/>
            </a:br>
            <a:r>
              <a:rPr lang="es-MX" sz="1400"/>
              <a:t>Estructura base de todas las interfaces del sistema.</a:t>
            </a:r>
          </a:p>
          <a:p>
            <a:r>
              <a:rPr lang="es-MX" sz="1400"/>
              <a:t>🎨 CSS3</a:t>
            </a:r>
            <a:br>
              <a:rPr lang="es-MX" sz="1400"/>
            </a:br>
            <a:r>
              <a:rPr lang="es-MX" sz="1400"/>
              <a:t>Diseño responsive y usabilidad (visualización en celular, tablet y PC).</a:t>
            </a:r>
          </a:p>
          <a:p>
            <a:r>
              <a:rPr lang="es-MX" sz="1400"/>
              <a:t>🧠 JavaScript</a:t>
            </a:r>
            <a:br>
              <a:rPr lang="es-MX" sz="1400"/>
            </a:br>
            <a:r>
              <a:rPr lang="es-MX" sz="1400"/>
              <a:t>Interactividad y lógica del sistema: gestiona estados, pausas, agendamiento y simulaciones.</a:t>
            </a:r>
          </a:p>
          <a:p>
            <a:r>
              <a:rPr lang="es-MX" sz="1400"/>
              <a:t>🗄️ LocalStorage / Simulación con Django</a:t>
            </a:r>
            <a:br>
              <a:rPr lang="es-MX" sz="1400"/>
            </a:br>
            <a:r>
              <a:rPr lang="es-MX" sz="1400"/>
              <a:t>Almacenamiento temporal de datos para validar el flujo completo sin necesidad de backend real.</a:t>
            </a:r>
          </a:p>
          <a:p>
            <a:r>
              <a:rPr lang="es-MX" sz="1400" i="1"/>
              <a:t>Estas tecnologías permitieron desarrollar un prototipo funcional y realista, ideal para la etapa de validación.</a:t>
            </a:r>
            <a:r>
              <a:rPr lang="es-MX" sz="1400"/>
              <a:t> </a:t>
            </a:r>
          </a:p>
          <a:p>
            <a:pPr marL="0" indent="0">
              <a:buNone/>
            </a:pPr>
            <a:r>
              <a:rPr lang="es-CL" sz="1400" b="1"/>
              <a:t>Herramientas de Apoyo</a:t>
            </a:r>
          </a:p>
          <a:p>
            <a:pPr marL="0" indent="0">
              <a:buNone/>
            </a:pPr>
            <a:r>
              <a:rPr lang="es-CL" sz="1400"/>
              <a:t>📊 Google Docs / Word – Documentación formal: actas, casos de uso, resúmenes.</a:t>
            </a:r>
          </a:p>
          <a:p>
            <a:pPr marL="0" indent="0">
              <a:buNone/>
            </a:pPr>
            <a:r>
              <a:rPr lang="es-MX" sz="1400"/>
              <a:t>📅 Canva / PowerPoint – Presentaciones, cronogramas y entregables visuales.</a:t>
            </a:r>
            <a:endParaRPr lang="es-CL" sz="1400"/>
          </a:p>
          <a:p>
            <a:r>
              <a:rPr lang="es-MX" sz="1400"/>
              <a:t>🔧 GitHub – Control de versiones del proyecto.</a:t>
            </a:r>
          </a:p>
          <a:p>
            <a:pPr marL="0" indent="0">
              <a:buNone/>
            </a:pPr>
            <a:endParaRPr lang="es-MX" sz="1400"/>
          </a:p>
          <a:p>
            <a:endParaRPr lang="es-CL" sz="1400"/>
          </a:p>
        </p:txBody>
      </p:sp>
    </p:spTree>
    <p:extLst>
      <p:ext uri="{BB962C8B-B14F-4D97-AF65-F5344CB8AC3E}">
        <p14:creationId xmlns:p14="http://schemas.microsoft.com/office/powerpoint/2010/main" val="30443838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96E34DE-A1E1-3507-E797-FB5425DAC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s-CL" sz="4000"/>
              <a:t>Conclusion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A2CC16E5-17FE-8911-9C9E-DA344319E26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6564304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774887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3" Type="http://schemas.microsoft.com/office/2011/relationships/webextension" Target="webextension3.xml"/><Relationship Id="rId2" Type="http://schemas.microsoft.com/office/2011/relationships/webextension" Target="webextension2.xml"/><Relationship Id="rId1" Type="http://schemas.microsoft.com/office/2011/relationships/webextension" Target="webextension1.xml"/><Relationship Id="rId4" Type="http://schemas.microsoft.com/office/2011/relationships/webextension" Target="webextension4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2">
    <wetp:webextensionref xmlns:r="http://schemas.openxmlformats.org/officeDocument/2006/relationships" r:id="rId1"/>
  </wetp:taskpane>
  <wetp:taskpane dockstate="right" visibility="0" width="438" row="3">
    <wetp:webextensionref xmlns:r="http://schemas.openxmlformats.org/officeDocument/2006/relationships" r:id="rId2"/>
  </wetp:taskpane>
  <wetp:taskpane dockstate="right" visibility="0" width="438" row="4">
    <wetp:webextensionref xmlns:r="http://schemas.openxmlformats.org/officeDocument/2006/relationships" r:id="rId3"/>
  </wetp:taskpane>
  <wetp:taskpane dockstate="right" visibility="0" width="438" row="5">
    <wetp:webextensionref xmlns:r="http://schemas.openxmlformats.org/officeDocument/2006/relationships" r:id="rId4"/>
  </wetp:taskpane>
</wetp:taskpanes>
</file>

<file path=ppt/webextensions/webextension1.xml><?xml version="1.0" encoding="utf-8"?>
<we:webextension xmlns:we="http://schemas.microsoft.com/office/webextensions/webextension/2010/11" id="{443E90DD-8BC5-4DA8-AC45-3CA8145E6075}">
  <we:reference id="WA200003964" version="1.0.0.0" store="Omex" storeType="OMEX"/>
  <we:alternateReferences>
    <we:reference id="WA200003964" version="1.0.0.0" store="WA200003964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C451E678-F236-475F-90F1-94C7FE897DC8}">
  <we:reference id="WA200001409" version="2.0.0.0" store="Omex" storeType="OMEX"/>
  <we:alternateReferences>
    <we:reference id="WA200001409" version="2.0.0.0" store="WA200001409" storeType="OMEX"/>
  </we:alternateReferences>
  <we:properties/>
  <we:bindings/>
  <we:snapshot xmlns:r="http://schemas.openxmlformats.org/officeDocument/2006/relationships"/>
</we:webextension>
</file>

<file path=ppt/webextensions/webextension3.xml><?xml version="1.0" encoding="utf-8"?>
<we:webextension xmlns:we="http://schemas.microsoft.com/office/webextensions/webextension/2010/11" id="{D8C6A4D5-9AC1-46EE-81A9-7F7785530FBD}">
  <we:reference id="wa104379997" version="3.0.0.0" store="es-ES" storeType="OMEX"/>
  <we:alternateReferences>
    <we:reference id="WA104379997" version="3.0.0.0" store="WA104379997" storeType="OMEX"/>
  </we:alternateReferences>
  <we:properties/>
  <we:bindings/>
  <we:snapshot xmlns:r="http://schemas.openxmlformats.org/officeDocument/2006/relationships"/>
</we:webextension>
</file>

<file path=ppt/webextensions/webextension4.xml><?xml version="1.0" encoding="utf-8"?>
<we:webextension xmlns:we="http://schemas.microsoft.com/office/webextensions/webextension/2010/11" id="{CAB7667D-2BFC-4318-8FC8-578D52DFDBB9}">
  <we:reference id="wa200005566" version="3.0.0.3" store="es-ES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184</TotalTime>
  <Words>661</Words>
  <Application>Microsoft Office PowerPoint</Application>
  <PresentationFormat>Panorámica</PresentationFormat>
  <Paragraphs>93</Paragraphs>
  <Slides>7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Wingdings</vt:lpstr>
      <vt:lpstr>Wingdings 3</vt:lpstr>
      <vt:lpstr>Tema de Office</vt:lpstr>
      <vt:lpstr>   GESTIÓN DE INGRESO DE VEHÍCULOS AL TALLER  Transformación digital del taller PepsiCo Chile  </vt:lpstr>
      <vt:lpstr>Contexto </vt:lpstr>
      <vt:lpstr>Problema Clave </vt:lpstr>
      <vt:lpstr>Roles Clave y sus Desafíos </vt:lpstr>
      <vt:lpstr>Presentación de PowerPoint</vt:lpstr>
      <vt:lpstr>Tecnologías y Herramientas del Proyecto 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Yordano Jesus Cartagena Silva</dc:creator>
  <cp:lastModifiedBy>Yordano Jesus Cartagena Silva</cp:lastModifiedBy>
  <cp:revision>14</cp:revision>
  <dcterms:created xsi:type="dcterms:W3CDTF">2025-11-19T18:00:06Z</dcterms:created>
  <dcterms:modified xsi:type="dcterms:W3CDTF">2025-11-25T18:20:53Z</dcterms:modified>
</cp:coreProperties>
</file>