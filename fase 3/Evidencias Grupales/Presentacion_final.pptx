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webextensions/webextension4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84" r:id="rId1"/>
  </p:sldMasterIdLst>
  <p:notesMasterIdLst>
    <p:notesMasterId r:id="rId9"/>
  </p:notesMasterIdLst>
  <p:sldIdLst>
    <p:sldId id="256" r:id="rId2"/>
    <p:sldId id="257" r:id="rId3"/>
    <p:sldId id="262" r:id="rId4"/>
    <p:sldId id="263" r:id="rId5"/>
    <p:sldId id="264" r:id="rId6"/>
    <p:sldId id="265" r:id="rId7"/>
    <p:sldId id="261" r:id="rId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62F86B-1F9D-43DB-85C2-4A4CCC3A3D9B}" type="doc">
      <dgm:prSet loTypeId="urn:microsoft.com/office/officeart/2008/layout/LinedList" loCatId="list" qsTypeId="urn:microsoft.com/office/officeart/2005/8/quickstyle/simple4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42839966-EA48-453C-8881-07F154C0DCBA}">
      <dgm:prSet/>
      <dgm:spPr/>
      <dgm:t>
        <a:bodyPr/>
        <a:lstStyle/>
        <a:p>
          <a:r>
            <a:rPr lang="es-MX"/>
            <a:t>❌ Sin sistema centralizado</a:t>
          </a:r>
          <a:br>
            <a:rPr lang="es-MX"/>
          </a:br>
          <a:r>
            <a:rPr lang="es-MX"/>
            <a:t>❌ Datos dispersos y no confiables</a:t>
          </a:r>
          <a:br>
            <a:rPr lang="es-MX"/>
          </a:br>
          <a:r>
            <a:rPr lang="es-MX"/>
            <a:t>❌ No se miden tiempos reales ni productividad</a:t>
          </a:r>
          <a:br>
            <a:rPr lang="es-MX"/>
          </a:br>
          <a:r>
            <a:rPr lang="es-MX"/>
            <a:t>❌ Dificultad para gestionar pausas y repuestos</a:t>
          </a:r>
          <a:br>
            <a:rPr lang="es-MX"/>
          </a:br>
          <a:r>
            <a:rPr lang="es-MX"/>
            <a:t>❌ Documentación fuera de control</a:t>
          </a:r>
          <a:endParaRPr lang="en-US"/>
        </a:p>
      </dgm:t>
    </dgm:pt>
    <dgm:pt modelId="{A934BD73-9DD0-4EB4-937E-F2180AD52399}" type="parTrans" cxnId="{7CC3909E-801F-4CD2-8DA8-65C2B3176A18}">
      <dgm:prSet/>
      <dgm:spPr/>
      <dgm:t>
        <a:bodyPr/>
        <a:lstStyle/>
        <a:p>
          <a:endParaRPr lang="en-US"/>
        </a:p>
      </dgm:t>
    </dgm:pt>
    <dgm:pt modelId="{A7EC53CA-642A-461C-8ECB-85F73F0335D0}" type="sibTrans" cxnId="{7CC3909E-801F-4CD2-8DA8-65C2B3176A18}">
      <dgm:prSet/>
      <dgm:spPr/>
      <dgm:t>
        <a:bodyPr/>
        <a:lstStyle/>
        <a:p>
          <a:endParaRPr lang="en-US"/>
        </a:p>
      </dgm:t>
    </dgm:pt>
    <dgm:pt modelId="{BAAFFB01-E617-41A1-B295-A9EC1AA441D8}">
      <dgm:prSet/>
      <dgm:spPr/>
      <dgm:t>
        <a:bodyPr/>
        <a:lstStyle/>
        <a:p>
          <a:r>
            <a:rPr lang="es-MX"/>
            <a:t>👉 Necesidad urgente de digitalizar y automatizar el ingreso y seguimiento de vehículos.</a:t>
          </a:r>
          <a:endParaRPr lang="en-US"/>
        </a:p>
      </dgm:t>
    </dgm:pt>
    <dgm:pt modelId="{E9D318FD-E6CD-4FD1-90A1-7FA518E6D54D}" type="parTrans" cxnId="{57BC619A-D286-411C-BA93-61CCA4996C9D}">
      <dgm:prSet/>
      <dgm:spPr/>
      <dgm:t>
        <a:bodyPr/>
        <a:lstStyle/>
        <a:p>
          <a:endParaRPr lang="en-US"/>
        </a:p>
      </dgm:t>
    </dgm:pt>
    <dgm:pt modelId="{B385123E-7521-4623-A6CB-EA916B5729B4}" type="sibTrans" cxnId="{57BC619A-D286-411C-BA93-61CCA4996C9D}">
      <dgm:prSet/>
      <dgm:spPr/>
      <dgm:t>
        <a:bodyPr/>
        <a:lstStyle/>
        <a:p>
          <a:endParaRPr lang="en-US"/>
        </a:p>
      </dgm:t>
    </dgm:pt>
    <dgm:pt modelId="{242BB8CD-0D2F-4C7A-880B-496730203ABA}" type="pres">
      <dgm:prSet presAssocID="{5962F86B-1F9D-43DB-85C2-4A4CCC3A3D9B}" presName="vert0" presStyleCnt="0">
        <dgm:presLayoutVars>
          <dgm:dir/>
          <dgm:animOne val="branch"/>
          <dgm:animLvl val="lvl"/>
        </dgm:presLayoutVars>
      </dgm:prSet>
      <dgm:spPr/>
    </dgm:pt>
    <dgm:pt modelId="{CE9F41FC-AA45-4898-A0B0-011333F2A2E2}" type="pres">
      <dgm:prSet presAssocID="{42839966-EA48-453C-8881-07F154C0DCBA}" presName="thickLine" presStyleLbl="alignNode1" presStyleIdx="0" presStyleCnt="2"/>
      <dgm:spPr/>
    </dgm:pt>
    <dgm:pt modelId="{B556F6E6-0D21-4F9F-B7E8-440373819A47}" type="pres">
      <dgm:prSet presAssocID="{42839966-EA48-453C-8881-07F154C0DCBA}" presName="horz1" presStyleCnt="0"/>
      <dgm:spPr/>
    </dgm:pt>
    <dgm:pt modelId="{470A8A13-E7E8-4ED5-B91E-6C72A9B776D8}" type="pres">
      <dgm:prSet presAssocID="{42839966-EA48-453C-8881-07F154C0DCBA}" presName="tx1" presStyleLbl="revTx" presStyleIdx="0" presStyleCnt="2"/>
      <dgm:spPr/>
    </dgm:pt>
    <dgm:pt modelId="{A3081A89-955D-4EA6-AD64-E3086195C55D}" type="pres">
      <dgm:prSet presAssocID="{42839966-EA48-453C-8881-07F154C0DCBA}" presName="vert1" presStyleCnt="0"/>
      <dgm:spPr/>
    </dgm:pt>
    <dgm:pt modelId="{3B81B942-A3E7-41D6-B811-E0A3CE2D64ED}" type="pres">
      <dgm:prSet presAssocID="{BAAFFB01-E617-41A1-B295-A9EC1AA441D8}" presName="thickLine" presStyleLbl="alignNode1" presStyleIdx="1" presStyleCnt="2"/>
      <dgm:spPr/>
    </dgm:pt>
    <dgm:pt modelId="{92057350-E17E-49E8-A26E-C63CDC0F41ED}" type="pres">
      <dgm:prSet presAssocID="{BAAFFB01-E617-41A1-B295-A9EC1AA441D8}" presName="horz1" presStyleCnt="0"/>
      <dgm:spPr/>
    </dgm:pt>
    <dgm:pt modelId="{468C40C6-674A-403B-8B1E-0857C1706B2F}" type="pres">
      <dgm:prSet presAssocID="{BAAFFB01-E617-41A1-B295-A9EC1AA441D8}" presName="tx1" presStyleLbl="revTx" presStyleIdx="1" presStyleCnt="2"/>
      <dgm:spPr/>
    </dgm:pt>
    <dgm:pt modelId="{6056C596-E878-434A-9088-938E86F1B900}" type="pres">
      <dgm:prSet presAssocID="{BAAFFB01-E617-41A1-B295-A9EC1AA441D8}" presName="vert1" presStyleCnt="0"/>
      <dgm:spPr/>
    </dgm:pt>
  </dgm:ptLst>
  <dgm:cxnLst>
    <dgm:cxn modelId="{54E1201C-8711-4E6D-BA6C-E8CECE90D94D}" type="presOf" srcId="{BAAFFB01-E617-41A1-B295-A9EC1AA441D8}" destId="{468C40C6-674A-403B-8B1E-0857C1706B2F}" srcOrd="0" destOrd="0" presId="urn:microsoft.com/office/officeart/2008/layout/LinedList"/>
    <dgm:cxn modelId="{E2BD2063-8CDA-4CF1-9C75-F448F0FC3033}" type="presOf" srcId="{42839966-EA48-453C-8881-07F154C0DCBA}" destId="{470A8A13-E7E8-4ED5-B91E-6C72A9B776D8}" srcOrd="0" destOrd="0" presId="urn:microsoft.com/office/officeart/2008/layout/LinedList"/>
    <dgm:cxn modelId="{2669064D-3C12-4DE7-96D7-E473D330E2AA}" type="presOf" srcId="{5962F86B-1F9D-43DB-85C2-4A4CCC3A3D9B}" destId="{242BB8CD-0D2F-4C7A-880B-496730203ABA}" srcOrd="0" destOrd="0" presId="urn:microsoft.com/office/officeart/2008/layout/LinedList"/>
    <dgm:cxn modelId="{57BC619A-D286-411C-BA93-61CCA4996C9D}" srcId="{5962F86B-1F9D-43DB-85C2-4A4CCC3A3D9B}" destId="{BAAFFB01-E617-41A1-B295-A9EC1AA441D8}" srcOrd="1" destOrd="0" parTransId="{E9D318FD-E6CD-4FD1-90A1-7FA518E6D54D}" sibTransId="{B385123E-7521-4623-A6CB-EA916B5729B4}"/>
    <dgm:cxn modelId="{7CC3909E-801F-4CD2-8DA8-65C2B3176A18}" srcId="{5962F86B-1F9D-43DB-85C2-4A4CCC3A3D9B}" destId="{42839966-EA48-453C-8881-07F154C0DCBA}" srcOrd="0" destOrd="0" parTransId="{A934BD73-9DD0-4EB4-937E-F2180AD52399}" sibTransId="{A7EC53CA-642A-461C-8ECB-85F73F0335D0}"/>
    <dgm:cxn modelId="{36CE87DC-B293-4246-82BC-B1E98401E7F7}" type="presParOf" srcId="{242BB8CD-0D2F-4C7A-880B-496730203ABA}" destId="{CE9F41FC-AA45-4898-A0B0-011333F2A2E2}" srcOrd="0" destOrd="0" presId="urn:microsoft.com/office/officeart/2008/layout/LinedList"/>
    <dgm:cxn modelId="{53407DA2-7E40-4860-89F8-3AB0E8DADC9C}" type="presParOf" srcId="{242BB8CD-0D2F-4C7A-880B-496730203ABA}" destId="{B556F6E6-0D21-4F9F-B7E8-440373819A47}" srcOrd="1" destOrd="0" presId="urn:microsoft.com/office/officeart/2008/layout/LinedList"/>
    <dgm:cxn modelId="{C8827439-1B0F-4CAD-8A07-4092154B04C2}" type="presParOf" srcId="{B556F6E6-0D21-4F9F-B7E8-440373819A47}" destId="{470A8A13-E7E8-4ED5-B91E-6C72A9B776D8}" srcOrd="0" destOrd="0" presId="urn:microsoft.com/office/officeart/2008/layout/LinedList"/>
    <dgm:cxn modelId="{979A025E-D9AA-46AF-8AB6-AD10936594A6}" type="presParOf" srcId="{B556F6E6-0D21-4F9F-B7E8-440373819A47}" destId="{A3081A89-955D-4EA6-AD64-E3086195C55D}" srcOrd="1" destOrd="0" presId="urn:microsoft.com/office/officeart/2008/layout/LinedList"/>
    <dgm:cxn modelId="{306B73C5-45D7-43BF-A173-E434BC2D8B57}" type="presParOf" srcId="{242BB8CD-0D2F-4C7A-880B-496730203ABA}" destId="{3B81B942-A3E7-41D6-B811-E0A3CE2D64ED}" srcOrd="2" destOrd="0" presId="urn:microsoft.com/office/officeart/2008/layout/LinedList"/>
    <dgm:cxn modelId="{4AED2E70-004B-44BF-A26E-49BE0AA58A9B}" type="presParOf" srcId="{242BB8CD-0D2F-4C7A-880B-496730203ABA}" destId="{92057350-E17E-49E8-A26E-C63CDC0F41ED}" srcOrd="3" destOrd="0" presId="urn:microsoft.com/office/officeart/2008/layout/LinedList"/>
    <dgm:cxn modelId="{75A370CE-A815-486E-B2ED-1338906B1369}" type="presParOf" srcId="{92057350-E17E-49E8-A26E-C63CDC0F41ED}" destId="{468C40C6-674A-403B-8B1E-0857C1706B2F}" srcOrd="0" destOrd="0" presId="urn:microsoft.com/office/officeart/2008/layout/LinedList"/>
    <dgm:cxn modelId="{8D030096-9503-4098-9218-CC109200A0E0}" type="presParOf" srcId="{92057350-E17E-49E8-A26E-C63CDC0F41ED}" destId="{6056C596-E878-434A-9088-938E86F1B90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14E9593-1B33-41FF-B978-14F2EF1BA77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3992911-ECE6-4207-8D07-174933AD52AF}">
      <dgm:prSet/>
      <dgm:spPr/>
      <dgm:t>
        <a:bodyPr/>
        <a:lstStyle/>
        <a:p>
          <a:r>
            <a:rPr lang="es-MX" b="1"/>
            <a:t>Chofer</a:t>
          </a:r>
          <a:br>
            <a:rPr lang="es-MX"/>
          </a:br>
          <a:r>
            <a:rPr lang="es-MX"/>
            <a:t>Registra el ingreso del vehículo y programa la hora.</a:t>
          </a:r>
          <a:br>
            <a:rPr lang="es-MX"/>
          </a:br>
          <a:r>
            <a:rPr lang="es-MX" b="1"/>
            <a:t>Problema</a:t>
          </a:r>
          <a:r>
            <a:rPr lang="es-MX"/>
            <a:t>: Depende de WhatsApp y no sabe el estado real del vehículo.</a:t>
          </a:r>
          <a:endParaRPr lang="en-US"/>
        </a:p>
      </dgm:t>
    </dgm:pt>
    <dgm:pt modelId="{618CC6E5-B5FD-4DE2-95CF-037449E98F4C}" type="parTrans" cxnId="{6D88DBDF-104C-402E-9CA7-96E72C69543E}">
      <dgm:prSet/>
      <dgm:spPr/>
      <dgm:t>
        <a:bodyPr/>
        <a:lstStyle/>
        <a:p>
          <a:endParaRPr lang="en-US"/>
        </a:p>
      </dgm:t>
    </dgm:pt>
    <dgm:pt modelId="{D1F953BA-5502-439B-8D00-ECC8DBA88673}" type="sibTrans" cxnId="{6D88DBDF-104C-402E-9CA7-96E72C69543E}">
      <dgm:prSet/>
      <dgm:spPr/>
      <dgm:t>
        <a:bodyPr/>
        <a:lstStyle/>
        <a:p>
          <a:endParaRPr lang="en-US"/>
        </a:p>
      </dgm:t>
    </dgm:pt>
    <dgm:pt modelId="{7CD39F8E-7882-473A-B30C-2B0C943BF70A}">
      <dgm:prSet/>
      <dgm:spPr/>
      <dgm:t>
        <a:bodyPr/>
        <a:lstStyle/>
        <a:p>
          <a:r>
            <a:rPr lang="es-MX" b="1"/>
            <a:t>Guardia</a:t>
          </a:r>
          <a:br>
            <a:rPr lang="es-MX"/>
          </a:br>
          <a:r>
            <a:rPr lang="es-MX"/>
            <a:t>Controla entrada y salida de vehículos.</a:t>
          </a:r>
          <a:br>
            <a:rPr lang="es-MX"/>
          </a:br>
          <a:r>
            <a:rPr lang="es-MX" b="1"/>
            <a:t>Problema</a:t>
          </a:r>
          <a:r>
            <a:rPr lang="es-MX"/>
            <a:t>: Registra manualmente y con fotos sin respaldo documental.</a:t>
          </a:r>
          <a:endParaRPr lang="en-US"/>
        </a:p>
      </dgm:t>
    </dgm:pt>
    <dgm:pt modelId="{BD81F8D5-C842-4926-A7C5-2C6990D6E974}" type="parTrans" cxnId="{58FBC584-73E8-4013-97AE-AB17FB495BF9}">
      <dgm:prSet/>
      <dgm:spPr/>
      <dgm:t>
        <a:bodyPr/>
        <a:lstStyle/>
        <a:p>
          <a:endParaRPr lang="en-US"/>
        </a:p>
      </dgm:t>
    </dgm:pt>
    <dgm:pt modelId="{F408FCC3-14B7-470C-B589-12946FCF88EB}" type="sibTrans" cxnId="{58FBC584-73E8-4013-97AE-AB17FB495BF9}">
      <dgm:prSet/>
      <dgm:spPr/>
      <dgm:t>
        <a:bodyPr/>
        <a:lstStyle/>
        <a:p>
          <a:endParaRPr lang="en-US"/>
        </a:p>
      </dgm:t>
    </dgm:pt>
    <dgm:pt modelId="{64E621B1-5372-4A88-B4B3-4DD187D70A5A}">
      <dgm:prSet/>
      <dgm:spPr/>
      <dgm:t>
        <a:bodyPr/>
        <a:lstStyle/>
        <a:p>
          <a:r>
            <a:rPr lang="es-MX" b="1"/>
            <a:t>Mecánico</a:t>
          </a:r>
          <a:br>
            <a:rPr lang="es-MX"/>
          </a:br>
          <a:r>
            <a:rPr lang="es-MX"/>
            <a:t>Realiza reparaciones, registra tareas, pausas y uso de repuestos.</a:t>
          </a:r>
          <a:br>
            <a:rPr lang="es-MX"/>
          </a:br>
          <a:r>
            <a:rPr lang="es-MX" b="1"/>
            <a:t>Problema</a:t>
          </a:r>
          <a:r>
            <a:rPr lang="es-MX"/>
            <a:t>: No tiene herramienta propia para reportar avances; depende de supervisión verbal o mensajes.</a:t>
          </a:r>
          <a:endParaRPr lang="en-US"/>
        </a:p>
      </dgm:t>
    </dgm:pt>
    <dgm:pt modelId="{824DF661-90AF-43C7-9B76-A37317C68734}" type="parTrans" cxnId="{32110CA0-A323-4883-9EA2-2B61A9C408B1}">
      <dgm:prSet/>
      <dgm:spPr/>
      <dgm:t>
        <a:bodyPr/>
        <a:lstStyle/>
        <a:p>
          <a:endParaRPr lang="en-US"/>
        </a:p>
      </dgm:t>
    </dgm:pt>
    <dgm:pt modelId="{9AF703E6-CF52-4213-A8E3-3055AB8D7A87}" type="sibTrans" cxnId="{32110CA0-A323-4883-9EA2-2B61A9C408B1}">
      <dgm:prSet/>
      <dgm:spPr/>
      <dgm:t>
        <a:bodyPr/>
        <a:lstStyle/>
        <a:p>
          <a:endParaRPr lang="en-US"/>
        </a:p>
      </dgm:t>
    </dgm:pt>
    <dgm:pt modelId="{9EDC16EF-7A27-4813-BD7F-906DB1A91441}">
      <dgm:prSet/>
      <dgm:spPr/>
      <dgm:t>
        <a:bodyPr/>
        <a:lstStyle/>
        <a:p>
          <a:r>
            <a:rPr lang="es-MX" b="1"/>
            <a:t>Jefe de Taller</a:t>
          </a:r>
          <a:br>
            <a:rPr lang="es-MX"/>
          </a:br>
          <a:r>
            <a:rPr lang="es-MX"/>
            <a:t>Asigna mecánicos, controla stock y autoriza salidas.</a:t>
          </a:r>
          <a:br>
            <a:rPr lang="es-MX"/>
          </a:br>
          <a:r>
            <a:rPr lang="es-MX" b="1"/>
            <a:t>Problema</a:t>
          </a:r>
          <a:r>
            <a:rPr lang="es-MX"/>
            <a:t>: Necesita reportes confiables y trazabilidad en tiempo real, pero hoy todo está en Excel.</a:t>
          </a:r>
          <a:endParaRPr lang="en-US"/>
        </a:p>
      </dgm:t>
    </dgm:pt>
    <dgm:pt modelId="{AF6FA1EB-DD32-410C-80EB-81B05B4C5658}" type="parTrans" cxnId="{F204BFE0-7697-4B5F-9B6A-38B8FB8A830C}">
      <dgm:prSet/>
      <dgm:spPr/>
      <dgm:t>
        <a:bodyPr/>
        <a:lstStyle/>
        <a:p>
          <a:endParaRPr lang="en-US"/>
        </a:p>
      </dgm:t>
    </dgm:pt>
    <dgm:pt modelId="{56075B1B-0B0E-4032-84B8-D3AE09634D9E}" type="sibTrans" cxnId="{F204BFE0-7697-4B5F-9B6A-38B8FB8A830C}">
      <dgm:prSet/>
      <dgm:spPr/>
      <dgm:t>
        <a:bodyPr/>
        <a:lstStyle/>
        <a:p>
          <a:endParaRPr lang="en-US"/>
        </a:p>
      </dgm:t>
    </dgm:pt>
    <dgm:pt modelId="{CA03BAD5-E588-4093-A86F-8075715D566B}" type="pres">
      <dgm:prSet presAssocID="{614E9593-1B33-41FF-B978-14F2EF1BA773}" presName="root" presStyleCnt="0">
        <dgm:presLayoutVars>
          <dgm:dir/>
          <dgm:resizeHandles val="exact"/>
        </dgm:presLayoutVars>
      </dgm:prSet>
      <dgm:spPr/>
    </dgm:pt>
    <dgm:pt modelId="{1AC24B6C-4BB0-4C9C-9C5F-D426DBE3989C}" type="pres">
      <dgm:prSet presAssocID="{43992911-ECE6-4207-8D07-174933AD52AF}" presName="compNode" presStyleCnt="0"/>
      <dgm:spPr/>
    </dgm:pt>
    <dgm:pt modelId="{9BE896BC-332F-4A2F-A8BE-C43DAAF09BEA}" type="pres">
      <dgm:prSet presAssocID="{43992911-ECE6-4207-8D07-174933AD52AF}" presName="bgRect" presStyleLbl="bgShp" presStyleIdx="0" presStyleCnt="4" custScaleY="149697"/>
      <dgm:spPr/>
    </dgm:pt>
    <dgm:pt modelId="{12C64909-F929-4E4B-BDB0-8958C97373E7}" type="pres">
      <dgm:prSet presAssocID="{43992911-ECE6-4207-8D07-174933AD52A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ero"/>
        </a:ext>
      </dgm:extLst>
    </dgm:pt>
    <dgm:pt modelId="{62D8F25A-F010-4484-A0CA-E46B077D0C3F}" type="pres">
      <dgm:prSet presAssocID="{43992911-ECE6-4207-8D07-174933AD52AF}" presName="spaceRect" presStyleCnt="0"/>
      <dgm:spPr/>
    </dgm:pt>
    <dgm:pt modelId="{694CE741-0EB8-41CB-A506-444395290E69}" type="pres">
      <dgm:prSet presAssocID="{43992911-ECE6-4207-8D07-174933AD52AF}" presName="parTx" presStyleLbl="revTx" presStyleIdx="0" presStyleCnt="4">
        <dgm:presLayoutVars>
          <dgm:chMax val="0"/>
          <dgm:chPref val="0"/>
        </dgm:presLayoutVars>
      </dgm:prSet>
      <dgm:spPr/>
    </dgm:pt>
    <dgm:pt modelId="{808B467B-AF3F-4509-AF47-F1740AC7AABF}" type="pres">
      <dgm:prSet presAssocID="{D1F953BA-5502-439B-8D00-ECC8DBA88673}" presName="sibTrans" presStyleCnt="0"/>
      <dgm:spPr/>
    </dgm:pt>
    <dgm:pt modelId="{BC29E1E6-2970-4E59-B9B6-5800C57A8011}" type="pres">
      <dgm:prSet presAssocID="{7CD39F8E-7882-473A-B30C-2B0C943BF70A}" presName="compNode" presStyleCnt="0"/>
      <dgm:spPr/>
    </dgm:pt>
    <dgm:pt modelId="{9298CA66-3A37-4C1C-9F44-119A1B7E39C4}" type="pres">
      <dgm:prSet presAssocID="{7CD39F8E-7882-473A-B30C-2B0C943BF70A}" presName="bgRect" presStyleLbl="bgShp" presStyleIdx="1" presStyleCnt="4"/>
      <dgm:spPr/>
    </dgm:pt>
    <dgm:pt modelId="{75771142-8B20-4F92-8691-A63FB6E5C14D}" type="pres">
      <dgm:prSet presAssocID="{7CD39F8E-7882-473A-B30C-2B0C943BF70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ámara"/>
        </a:ext>
      </dgm:extLst>
    </dgm:pt>
    <dgm:pt modelId="{13B3B3AE-4B0C-4837-B109-D3590B020765}" type="pres">
      <dgm:prSet presAssocID="{7CD39F8E-7882-473A-B30C-2B0C943BF70A}" presName="spaceRect" presStyleCnt="0"/>
      <dgm:spPr/>
    </dgm:pt>
    <dgm:pt modelId="{EE5895E8-39ED-4764-AA4F-984E8E95FF62}" type="pres">
      <dgm:prSet presAssocID="{7CD39F8E-7882-473A-B30C-2B0C943BF70A}" presName="parTx" presStyleLbl="revTx" presStyleIdx="1" presStyleCnt="4">
        <dgm:presLayoutVars>
          <dgm:chMax val="0"/>
          <dgm:chPref val="0"/>
        </dgm:presLayoutVars>
      </dgm:prSet>
      <dgm:spPr/>
    </dgm:pt>
    <dgm:pt modelId="{D08757F3-17EB-4786-8B72-3693E91C7593}" type="pres">
      <dgm:prSet presAssocID="{F408FCC3-14B7-470C-B589-12946FCF88EB}" presName="sibTrans" presStyleCnt="0"/>
      <dgm:spPr/>
    </dgm:pt>
    <dgm:pt modelId="{7AE8557B-919C-4FC0-96B8-AF3025DABFBD}" type="pres">
      <dgm:prSet presAssocID="{64E621B1-5372-4A88-B4B3-4DD187D70A5A}" presName="compNode" presStyleCnt="0"/>
      <dgm:spPr/>
    </dgm:pt>
    <dgm:pt modelId="{60E957F3-6FF7-49AE-AC6B-57BAA7ACDF2E}" type="pres">
      <dgm:prSet presAssocID="{64E621B1-5372-4A88-B4B3-4DD187D70A5A}" presName="bgRect" presStyleLbl="bgShp" presStyleIdx="2" presStyleCnt="4"/>
      <dgm:spPr/>
    </dgm:pt>
    <dgm:pt modelId="{011FF502-8142-4CD2-9493-E7B8EDECF2D7}" type="pres">
      <dgm:prSet presAssocID="{64E621B1-5372-4A88-B4B3-4DD187D70A5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rramientas"/>
        </a:ext>
      </dgm:extLst>
    </dgm:pt>
    <dgm:pt modelId="{3174FD1B-4E42-43D9-B57D-C4A107F2DE31}" type="pres">
      <dgm:prSet presAssocID="{64E621B1-5372-4A88-B4B3-4DD187D70A5A}" presName="spaceRect" presStyleCnt="0"/>
      <dgm:spPr/>
    </dgm:pt>
    <dgm:pt modelId="{2FEA6C52-4265-484F-947A-7EB69D006C0A}" type="pres">
      <dgm:prSet presAssocID="{64E621B1-5372-4A88-B4B3-4DD187D70A5A}" presName="parTx" presStyleLbl="revTx" presStyleIdx="2" presStyleCnt="4">
        <dgm:presLayoutVars>
          <dgm:chMax val="0"/>
          <dgm:chPref val="0"/>
        </dgm:presLayoutVars>
      </dgm:prSet>
      <dgm:spPr/>
    </dgm:pt>
    <dgm:pt modelId="{B5716A10-DAB6-4E49-AF40-4B147626AAC7}" type="pres">
      <dgm:prSet presAssocID="{9AF703E6-CF52-4213-A8E3-3055AB8D7A87}" presName="sibTrans" presStyleCnt="0"/>
      <dgm:spPr/>
    </dgm:pt>
    <dgm:pt modelId="{30D74EB2-717B-4383-8A33-705F7D895362}" type="pres">
      <dgm:prSet presAssocID="{9EDC16EF-7A27-4813-BD7F-906DB1A91441}" presName="compNode" presStyleCnt="0"/>
      <dgm:spPr/>
    </dgm:pt>
    <dgm:pt modelId="{F8B1E767-9761-4EDB-8686-76289ADBD424}" type="pres">
      <dgm:prSet presAssocID="{9EDC16EF-7A27-4813-BD7F-906DB1A91441}" presName="bgRect" presStyleLbl="bgShp" presStyleIdx="3" presStyleCnt="4"/>
      <dgm:spPr/>
    </dgm:pt>
    <dgm:pt modelId="{F4E9E254-C9C3-49D4-84D1-35409FD50699}" type="pres">
      <dgm:prSet presAssocID="{9EDC16EF-7A27-4813-BD7F-906DB1A9144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ldador"/>
        </a:ext>
      </dgm:extLst>
    </dgm:pt>
    <dgm:pt modelId="{46D17200-18B5-4355-90AF-E11CC18D04A5}" type="pres">
      <dgm:prSet presAssocID="{9EDC16EF-7A27-4813-BD7F-906DB1A91441}" presName="spaceRect" presStyleCnt="0"/>
      <dgm:spPr/>
    </dgm:pt>
    <dgm:pt modelId="{FDE20E0E-6A49-4283-BA2E-1241A950DDD7}" type="pres">
      <dgm:prSet presAssocID="{9EDC16EF-7A27-4813-BD7F-906DB1A9144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8F9B543-025F-4673-9F6F-F431FD37E221}" type="presOf" srcId="{43992911-ECE6-4207-8D07-174933AD52AF}" destId="{694CE741-0EB8-41CB-A506-444395290E69}" srcOrd="0" destOrd="0" presId="urn:microsoft.com/office/officeart/2018/2/layout/IconVerticalSolidList"/>
    <dgm:cxn modelId="{2E50F549-F78D-43D6-8872-7745A96F2547}" type="presOf" srcId="{9EDC16EF-7A27-4813-BD7F-906DB1A91441}" destId="{FDE20E0E-6A49-4283-BA2E-1241A950DDD7}" srcOrd="0" destOrd="0" presId="urn:microsoft.com/office/officeart/2018/2/layout/IconVerticalSolidList"/>
    <dgm:cxn modelId="{58FBC584-73E8-4013-97AE-AB17FB495BF9}" srcId="{614E9593-1B33-41FF-B978-14F2EF1BA773}" destId="{7CD39F8E-7882-473A-B30C-2B0C943BF70A}" srcOrd="1" destOrd="0" parTransId="{BD81F8D5-C842-4926-A7C5-2C6990D6E974}" sibTransId="{F408FCC3-14B7-470C-B589-12946FCF88EB}"/>
    <dgm:cxn modelId="{32110CA0-A323-4883-9EA2-2B61A9C408B1}" srcId="{614E9593-1B33-41FF-B978-14F2EF1BA773}" destId="{64E621B1-5372-4A88-B4B3-4DD187D70A5A}" srcOrd="2" destOrd="0" parTransId="{824DF661-90AF-43C7-9B76-A37317C68734}" sibTransId="{9AF703E6-CF52-4213-A8E3-3055AB8D7A87}"/>
    <dgm:cxn modelId="{DB6061A7-C0C2-4297-8360-9AAE0FD1CC86}" type="presOf" srcId="{64E621B1-5372-4A88-B4B3-4DD187D70A5A}" destId="{2FEA6C52-4265-484F-947A-7EB69D006C0A}" srcOrd="0" destOrd="0" presId="urn:microsoft.com/office/officeart/2018/2/layout/IconVerticalSolidList"/>
    <dgm:cxn modelId="{90CF13C1-2131-4C69-B2C0-6E1F466D1F21}" type="presOf" srcId="{614E9593-1B33-41FF-B978-14F2EF1BA773}" destId="{CA03BAD5-E588-4093-A86F-8075715D566B}" srcOrd="0" destOrd="0" presId="urn:microsoft.com/office/officeart/2018/2/layout/IconVerticalSolidList"/>
    <dgm:cxn modelId="{E22745DF-F22D-493E-9EB0-DF40FEF57E5D}" type="presOf" srcId="{7CD39F8E-7882-473A-B30C-2B0C943BF70A}" destId="{EE5895E8-39ED-4764-AA4F-984E8E95FF62}" srcOrd="0" destOrd="0" presId="urn:microsoft.com/office/officeart/2018/2/layout/IconVerticalSolidList"/>
    <dgm:cxn modelId="{6D88DBDF-104C-402E-9CA7-96E72C69543E}" srcId="{614E9593-1B33-41FF-B978-14F2EF1BA773}" destId="{43992911-ECE6-4207-8D07-174933AD52AF}" srcOrd="0" destOrd="0" parTransId="{618CC6E5-B5FD-4DE2-95CF-037449E98F4C}" sibTransId="{D1F953BA-5502-439B-8D00-ECC8DBA88673}"/>
    <dgm:cxn modelId="{F204BFE0-7697-4B5F-9B6A-38B8FB8A830C}" srcId="{614E9593-1B33-41FF-B978-14F2EF1BA773}" destId="{9EDC16EF-7A27-4813-BD7F-906DB1A91441}" srcOrd="3" destOrd="0" parTransId="{AF6FA1EB-DD32-410C-80EB-81B05B4C5658}" sibTransId="{56075B1B-0B0E-4032-84B8-D3AE09634D9E}"/>
    <dgm:cxn modelId="{7CB43DB7-6A0C-4BAB-9460-C3916181DE61}" type="presParOf" srcId="{CA03BAD5-E588-4093-A86F-8075715D566B}" destId="{1AC24B6C-4BB0-4C9C-9C5F-D426DBE3989C}" srcOrd="0" destOrd="0" presId="urn:microsoft.com/office/officeart/2018/2/layout/IconVerticalSolidList"/>
    <dgm:cxn modelId="{CE29AB42-696A-4692-B770-EE5C3E1588E2}" type="presParOf" srcId="{1AC24B6C-4BB0-4C9C-9C5F-D426DBE3989C}" destId="{9BE896BC-332F-4A2F-A8BE-C43DAAF09BEA}" srcOrd="0" destOrd="0" presId="urn:microsoft.com/office/officeart/2018/2/layout/IconVerticalSolidList"/>
    <dgm:cxn modelId="{253E1D71-37C2-48FC-8D6D-AABB4C4FE94E}" type="presParOf" srcId="{1AC24B6C-4BB0-4C9C-9C5F-D426DBE3989C}" destId="{12C64909-F929-4E4B-BDB0-8958C97373E7}" srcOrd="1" destOrd="0" presId="urn:microsoft.com/office/officeart/2018/2/layout/IconVerticalSolidList"/>
    <dgm:cxn modelId="{3B79B3F4-EC61-41A5-AA34-CB6F41110F61}" type="presParOf" srcId="{1AC24B6C-4BB0-4C9C-9C5F-D426DBE3989C}" destId="{62D8F25A-F010-4484-A0CA-E46B077D0C3F}" srcOrd="2" destOrd="0" presId="urn:microsoft.com/office/officeart/2018/2/layout/IconVerticalSolidList"/>
    <dgm:cxn modelId="{209CDF50-E895-4EE9-843C-7A6B1333F238}" type="presParOf" srcId="{1AC24B6C-4BB0-4C9C-9C5F-D426DBE3989C}" destId="{694CE741-0EB8-41CB-A506-444395290E69}" srcOrd="3" destOrd="0" presId="urn:microsoft.com/office/officeart/2018/2/layout/IconVerticalSolidList"/>
    <dgm:cxn modelId="{06AA4673-D02D-45B4-A8EB-602CBFBAD2BC}" type="presParOf" srcId="{CA03BAD5-E588-4093-A86F-8075715D566B}" destId="{808B467B-AF3F-4509-AF47-F1740AC7AABF}" srcOrd="1" destOrd="0" presId="urn:microsoft.com/office/officeart/2018/2/layout/IconVerticalSolidList"/>
    <dgm:cxn modelId="{7518AE34-D638-43F5-8C64-7DA8FA32423B}" type="presParOf" srcId="{CA03BAD5-E588-4093-A86F-8075715D566B}" destId="{BC29E1E6-2970-4E59-B9B6-5800C57A8011}" srcOrd="2" destOrd="0" presId="urn:microsoft.com/office/officeart/2018/2/layout/IconVerticalSolidList"/>
    <dgm:cxn modelId="{70993F0B-21B4-4110-9486-3296A8093F4B}" type="presParOf" srcId="{BC29E1E6-2970-4E59-B9B6-5800C57A8011}" destId="{9298CA66-3A37-4C1C-9F44-119A1B7E39C4}" srcOrd="0" destOrd="0" presId="urn:microsoft.com/office/officeart/2018/2/layout/IconVerticalSolidList"/>
    <dgm:cxn modelId="{A5E131F6-C9EF-43F2-8298-E50633C94131}" type="presParOf" srcId="{BC29E1E6-2970-4E59-B9B6-5800C57A8011}" destId="{75771142-8B20-4F92-8691-A63FB6E5C14D}" srcOrd="1" destOrd="0" presId="urn:microsoft.com/office/officeart/2018/2/layout/IconVerticalSolidList"/>
    <dgm:cxn modelId="{4C47DC8C-2718-4794-8C54-4B344DBBD9CE}" type="presParOf" srcId="{BC29E1E6-2970-4E59-B9B6-5800C57A8011}" destId="{13B3B3AE-4B0C-4837-B109-D3590B020765}" srcOrd="2" destOrd="0" presId="urn:microsoft.com/office/officeart/2018/2/layout/IconVerticalSolidList"/>
    <dgm:cxn modelId="{7F566250-D1D8-4F8B-8807-52434B84374B}" type="presParOf" srcId="{BC29E1E6-2970-4E59-B9B6-5800C57A8011}" destId="{EE5895E8-39ED-4764-AA4F-984E8E95FF62}" srcOrd="3" destOrd="0" presId="urn:microsoft.com/office/officeart/2018/2/layout/IconVerticalSolidList"/>
    <dgm:cxn modelId="{86D65ABD-96EB-4A8E-B23C-D33454ECB159}" type="presParOf" srcId="{CA03BAD5-E588-4093-A86F-8075715D566B}" destId="{D08757F3-17EB-4786-8B72-3693E91C7593}" srcOrd="3" destOrd="0" presId="urn:microsoft.com/office/officeart/2018/2/layout/IconVerticalSolidList"/>
    <dgm:cxn modelId="{6A801FDD-5069-494D-A242-1CFAD7162E12}" type="presParOf" srcId="{CA03BAD5-E588-4093-A86F-8075715D566B}" destId="{7AE8557B-919C-4FC0-96B8-AF3025DABFBD}" srcOrd="4" destOrd="0" presId="urn:microsoft.com/office/officeart/2018/2/layout/IconVerticalSolidList"/>
    <dgm:cxn modelId="{1DEE9F82-3ACA-4A08-AFD1-AB8EA94C7CFC}" type="presParOf" srcId="{7AE8557B-919C-4FC0-96B8-AF3025DABFBD}" destId="{60E957F3-6FF7-49AE-AC6B-57BAA7ACDF2E}" srcOrd="0" destOrd="0" presId="urn:microsoft.com/office/officeart/2018/2/layout/IconVerticalSolidList"/>
    <dgm:cxn modelId="{8102FDC1-1677-4753-BDE0-D3598D9115C4}" type="presParOf" srcId="{7AE8557B-919C-4FC0-96B8-AF3025DABFBD}" destId="{011FF502-8142-4CD2-9493-E7B8EDECF2D7}" srcOrd="1" destOrd="0" presId="urn:microsoft.com/office/officeart/2018/2/layout/IconVerticalSolidList"/>
    <dgm:cxn modelId="{4B73BE6C-85CB-4395-87BC-FD3B90CA7760}" type="presParOf" srcId="{7AE8557B-919C-4FC0-96B8-AF3025DABFBD}" destId="{3174FD1B-4E42-43D9-B57D-C4A107F2DE31}" srcOrd="2" destOrd="0" presId="urn:microsoft.com/office/officeart/2018/2/layout/IconVerticalSolidList"/>
    <dgm:cxn modelId="{DBFEC63C-90CB-4898-BEC3-F80E4ADFB9D5}" type="presParOf" srcId="{7AE8557B-919C-4FC0-96B8-AF3025DABFBD}" destId="{2FEA6C52-4265-484F-947A-7EB69D006C0A}" srcOrd="3" destOrd="0" presId="urn:microsoft.com/office/officeart/2018/2/layout/IconVerticalSolidList"/>
    <dgm:cxn modelId="{982BAB57-30E4-42D1-B08B-BEF5CC4B6309}" type="presParOf" srcId="{CA03BAD5-E588-4093-A86F-8075715D566B}" destId="{B5716A10-DAB6-4E49-AF40-4B147626AAC7}" srcOrd="5" destOrd="0" presId="urn:microsoft.com/office/officeart/2018/2/layout/IconVerticalSolidList"/>
    <dgm:cxn modelId="{EC0928B8-3ACA-4ABD-9EAE-4756D27D355A}" type="presParOf" srcId="{CA03BAD5-E588-4093-A86F-8075715D566B}" destId="{30D74EB2-717B-4383-8A33-705F7D895362}" srcOrd="6" destOrd="0" presId="urn:microsoft.com/office/officeart/2018/2/layout/IconVerticalSolidList"/>
    <dgm:cxn modelId="{280D88A9-CC49-4E14-AFC1-F08EF8796E6A}" type="presParOf" srcId="{30D74EB2-717B-4383-8A33-705F7D895362}" destId="{F8B1E767-9761-4EDB-8686-76289ADBD424}" srcOrd="0" destOrd="0" presId="urn:microsoft.com/office/officeart/2018/2/layout/IconVerticalSolidList"/>
    <dgm:cxn modelId="{D0F7633E-A5BC-4D1E-A9FB-1019FF7DD2B1}" type="presParOf" srcId="{30D74EB2-717B-4383-8A33-705F7D895362}" destId="{F4E9E254-C9C3-49D4-84D1-35409FD50699}" srcOrd="1" destOrd="0" presId="urn:microsoft.com/office/officeart/2018/2/layout/IconVerticalSolidList"/>
    <dgm:cxn modelId="{FCF2F4D9-3B72-4C78-B2AE-B59C28596D50}" type="presParOf" srcId="{30D74EB2-717B-4383-8A33-705F7D895362}" destId="{46D17200-18B5-4355-90AF-E11CC18D04A5}" srcOrd="2" destOrd="0" presId="urn:microsoft.com/office/officeart/2018/2/layout/IconVerticalSolidList"/>
    <dgm:cxn modelId="{0806B999-42C3-41BB-A396-431ACF710B2A}" type="presParOf" srcId="{30D74EB2-717B-4383-8A33-705F7D895362}" destId="{FDE20E0E-6A49-4283-BA2E-1241A950DDD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191CC3-908A-4A7C-B3F4-3AE6700BE8DF}" type="doc">
      <dgm:prSet loTypeId="urn:microsoft.com/office/officeart/2005/8/layout/orgChart1" loCatId="hierarchy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AEF6244-BA23-455E-A82A-D304C4FE8415}">
      <dgm:prSet/>
      <dgm:spPr/>
      <dgm:t>
        <a:bodyPr/>
        <a:lstStyle/>
        <a:p>
          <a:r>
            <a:rPr lang="es-MX"/>
            <a:t>No es solo una app. Es la transformación digital de un taller. </a:t>
          </a:r>
          <a:endParaRPr lang="en-US"/>
        </a:p>
      </dgm:t>
    </dgm:pt>
    <dgm:pt modelId="{A2FDE184-5B5F-455F-81C4-21949B7E44A4}" type="parTrans" cxnId="{508E0A45-C235-4B8E-B703-FEC2D2A535BF}">
      <dgm:prSet/>
      <dgm:spPr/>
      <dgm:t>
        <a:bodyPr/>
        <a:lstStyle/>
        <a:p>
          <a:endParaRPr lang="en-US"/>
        </a:p>
      </dgm:t>
    </dgm:pt>
    <dgm:pt modelId="{7AAE71AD-BEFD-4B7C-A23D-13B9EF493FE9}" type="sibTrans" cxnId="{508E0A45-C235-4B8E-B703-FEC2D2A535BF}">
      <dgm:prSet/>
      <dgm:spPr/>
      <dgm:t>
        <a:bodyPr/>
        <a:lstStyle/>
        <a:p>
          <a:endParaRPr lang="en-US"/>
        </a:p>
      </dgm:t>
    </dgm:pt>
    <dgm:pt modelId="{6D4402DF-6B79-4268-B55E-CE7E8BE1FFDB}">
      <dgm:prSet/>
      <dgm:spPr/>
      <dgm:t>
        <a:bodyPr/>
        <a:lstStyle/>
        <a:p>
          <a:r>
            <a:rPr lang="es-MX"/>
            <a:t>✔️ Soluciona el caos de WhatsApp y Excel</a:t>
          </a:r>
          <a:br>
            <a:rPr lang="es-MX"/>
          </a:br>
          <a:r>
            <a:rPr lang="es-MX"/>
            <a:t>✔️ Entrega trazabilidad completa</a:t>
          </a:r>
          <a:br>
            <a:rPr lang="es-MX"/>
          </a:br>
          <a:r>
            <a:rPr lang="es-MX"/>
            <a:t>✔️ Genera KPIs reales para la toma de decisiones</a:t>
          </a:r>
          <a:endParaRPr lang="en-US"/>
        </a:p>
      </dgm:t>
    </dgm:pt>
    <dgm:pt modelId="{A8FF96B3-2250-4182-A2BB-BCEF61922427}" type="parTrans" cxnId="{52C4B96E-FE4B-4F17-BA44-5B516776210F}">
      <dgm:prSet/>
      <dgm:spPr/>
      <dgm:t>
        <a:bodyPr/>
        <a:lstStyle/>
        <a:p>
          <a:endParaRPr lang="en-US"/>
        </a:p>
      </dgm:t>
    </dgm:pt>
    <dgm:pt modelId="{1821A4DD-0BBB-4B9D-8764-FA8F52DD6685}" type="sibTrans" cxnId="{52C4B96E-FE4B-4F17-BA44-5B516776210F}">
      <dgm:prSet/>
      <dgm:spPr/>
      <dgm:t>
        <a:bodyPr/>
        <a:lstStyle/>
        <a:p>
          <a:endParaRPr lang="en-US"/>
        </a:p>
      </dgm:t>
    </dgm:pt>
    <dgm:pt modelId="{D5E51168-AF1A-42C8-ACDF-8261306E6C5D}" type="pres">
      <dgm:prSet presAssocID="{9E191CC3-908A-4A7C-B3F4-3AE6700BE8D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44D4E66-AEBA-40F0-8F6A-D77E8FF12611}" type="pres">
      <dgm:prSet presAssocID="{0AEF6244-BA23-455E-A82A-D304C4FE8415}" presName="hierRoot1" presStyleCnt="0">
        <dgm:presLayoutVars>
          <dgm:hierBranch val="init"/>
        </dgm:presLayoutVars>
      </dgm:prSet>
      <dgm:spPr/>
    </dgm:pt>
    <dgm:pt modelId="{F3750782-2E8B-430E-A423-942EACA3380C}" type="pres">
      <dgm:prSet presAssocID="{0AEF6244-BA23-455E-A82A-D304C4FE8415}" presName="rootComposite1" presStyleCnt="0"/>
      <dgm:spPr/>
    </dgm:pt>
    <dgm:pt modelId="{406BDE52-5084-4DD0-9E19-7D348D6B1DAA}" type="pres">
      <dgm:prSet presAssocID="{0AEF6244-BA23-455E-A82A-D304C4FE8415}" presName="rootText1" presStyleLbl="node0" presStyleIdx="0" presStyleCnt="2">
        <dgm:presLayoutVars>
          <dgm:chPref val="3"/>
        </dgm:presLayoutVars>
      </dgm:prSet>
      <dgm:spPr/>
    </dgm:pt>
    <dgm:pt modelId="{CD679221-BD5D-403D-BBF1-2EE88BA7A946}" type="pres">
      <dgm:prSet presAssocID="{0AEF6244-BA23-455E-A82A-D304C4FE8415}" presName="rootConnector1" presStyleLbl="node1" presStyleIdx="0" presStyleCnt="0"/>
      <dgm:spPr/>
    </dgm:pt>
    <dgm:pt modelId="{62C48828-BFE4-4A21-B9E2-1AF9FD7924B4}" type="pres">
      <dgm:prSet presAssocID="{0AEF6244-BA23-455E-A82A-D304C4FE8415}" presName="hierChild2" presStyleCnt="0"/>
      <dgm:spPr/>
    </dgm:pt>
    <dgm:pt modelId="{53614FC9-DDF6-49F9-82E2-E05DE2BB7BC1}" type="pres">
      <dgm:prSet presAssocID="{0AEF6244-BA23-455E-A82A-D304C4FE8415}" presName="hierChild3" presStyleCnt="0"/>
      <dgm:spPr/>
    </dgm:pt>
    <dgm:pt modelId="{B39F86C8-D3F3-40E5-B81B-AC0C0146DA68}" type="pres">
      <dgm:prSet presAssocID="{6D4402DF-6B79-4268-B55E-CE7E8BE1FFDB}" presName="hierRoot1" presStyleCnt="0">
        <dgm:presLayoutVars>
          <dgm:hierBranch val="init"/>
        </dgm:presLayoutVars>
      </dgm:prSet>
      <dgm:spPr/>
    </dgm:pt>
    <dgm:pt modelId="{C6458094-E1F5-48A6-A118-6927CB6DA701}" type="pres">
      <dgm:prSet presAssocID="{6D4402DF-6B79-4268-B55E-CE7E8BE1FFDB}" presName="rootComposite1" presStyleCnt="0"/>
      <dgm:spPr/>
    </dgm:pt>
    <dgm:pt modelId="{14C7247E-5A38-42D5-81C8-87DC32CA647B}" type="pres">
      <dgm:prSet presAssocID="{6D4402DF-6B79-4268-B55E-CE7E8BE1FFDB}" presName="rootText1" presStyleLbl="node0" presStyleIdx="1" presStyleCnt="2">
        <dgm:presLayoutVars>
          <dgm:chPref val="3"/>
        </dgm:presLayoutVars>
      </dgm:prSet>
      <dgm:spPr/>
    </dgm:pt>
    <dgm:pt modelId="{C8DF7BCF-FF52-4DC3-A331-F48A70E1F217}" type="pres">
      <dgm:prSet presAssocID="{6D4402DF-6B79-4268-B55E-CE7E8BE1FFDB}" presName="rootConnector1" presStyleLbl="node1" presStyleIdx="0" presStyleCnt="0"/>
      <dgm:spPr/>
    </dgm:pt>
    <dgm:pt modelId="{36B86A7B-C455-49BF-BD9D-AC642D409C3F}" type="pres">
      <dgm:prSet presAssocID="{6D4402DF-6B79-4268-B55E-CE7E8BE1FFDB}" presName="hierChild2" presStyleCnt="0"/>
      <dgm:spPr/>
    </dgm:pt>
    <dgm:pt modelId="{63808123-DAF2-4E56-98B6-C3F0E6BFA35B}" type="pres">
      <dgm:prSet presAssocID="{6D4402DF-6B79-4268-B55E-CE7E8BE1FFDB}" presName="hierChild3" presStyleCnt="0"/>
      <dgm:spPr/>
    </dgm:pt>
  </dgm:ptLst>
  <dgm:cxnLst>
    <dgm:cxn modelId="{3274E902-1CBB-4B2D-A3D7-7123E4F1F29D}" type="presOf" srcId="{0AEF6244-BA23-455E-A82A-D304C4FE8415}" destId="{406BDE52-5084-4DD0-9E19-7D348D6B1DAA}" srcOrd="0" destOrd="0" presId="urn:microsoft.com/office/officeart/2005/8/layout/orgChart1"/>
    <dgm:cxn modelId="{3B2E605D-0FF5-4830-A3EC-F2F3E303B975}" type="presOf" srcId="{0AEF6244-BA23-455E-A82A-D304C4FE8415}" destId="{CD679221-BD5D-403D-BBF1-2EE88BA7A946}" srcOrd="1" destOrd="0" presId="urn:microsoft.com/office/officeart/2005/8/layout/orgChart1"/>
    <dgm:cxn modelId="{508E0A45-C235-4B8E-B703-FEC2D2A535BF}" srcId="{9E191CC3-908A-4A7C-B3F4-3AE6700BE8DF}" destId="{0AEF6244-BA23-455E-A82A-D304C4FE8415}" srcOrd="0" destOrd="0" parTransId="{A2FDE184-5B5F-455F-81C4-21949B7E44A4}" sibTransId="{7AAE71AD-BEFD-4B7C-A23D-13B9EF493FE9}"/>
    <dgm:cxn modelId="{52C4B96E-FE4B-4F17-BA44-5B516776210F}" srcId="{9E191CC3-908A-4A7C-B3F4-3AE6700BE8DF}" destId="{6D4402DF-6B79-4268-B55E-CE7E8BE1FFDB}" srcOrd="1" destOrd="0" parTransId="{A8FF96B3-2250-4182-A2BB-BCEF61922427}" sibTransId="{1821A4DD-0BBB-4B9D-8764-FA8F52DD6685}"/>
    <dgm:cxn modelId="{6A024E83-256D-4222-A8F0-0BC8CEAB8D48}" type="presOf" srcId="{6D4402DF-6B79-4268-B55E-CE7E8BE1FFDB}" destId="{C8DF7BCF-FF52-4DC3-A331-F48A70E1F217}" srcOrd="1" destOrd="0" presId="urn:microsoft.com/office/officeart/2005/8/layout/orgChart1"/>
    <dgm:cxn modelId="{EA65F492-222F-43D8-B8DD-13BFA0E13822}" type="presOf" srcId="{6D4402DF-6B79-4268-B55E-CE7E8BE1FFDB}" destId="{14C7247E-5A38-42D5-81C8-87DC32CA647B}" srcOrd="0" destOrd="0" presId="urn:microsoft.com/office/officeart/2005/8/layout/orgChart1"/>
    <dgm:cxn modelId="{8C07D2C5-E86E-4339-B2C1-A90727E29641}" type="presOf" srcId="{9E191CC3-908A-4A7C-B3F4-3AE6700BE8DF}" destId="{D5E51168-AF1A-42C8-ACDF-8261306E6C5D}" srcOrd="0" destOrd="0" presId="urn:microsoft.com/office/officeart/2005/8/layout/orgChart1"/>
    <dgm:cxn modelId="{071D185B-6AF2-4CBA-8FEB-5E560102C0DE}" type="presParOf" srcId="{D5E51168-AF1A-42C8-ACDF-8261306E6C5D}" destId="{244D4E66-AEBA-40F0-8F6A-D77E8FF12611}" srcOrd="0" destOrd="0" presId="urn:microsoft.com/office/officeart/2005/8/layout/orgChart1"/>
    <dgm:cxn modelId="{FF792744-1573-40FD-8AFB-C1AF54C3471C}" type="presParOf" srcId="{244D4E66-AEBA-40F0-8F6A-D77E8FF12611}" destId="{F3750782-2E8B-430E-A423-942EACA3380C}" srcOrd="0" destOrd="0" presId="urn:microsoft.com/office/officeart/2005/8/layout/orgChart1"/>
    <dgm:cxn modelId="{F3B16CF2-56BA-4D73-85BD-F1636B15884E}" type="presParOf" srcId="{F3750782-2E8B-430E-A423-942EACA3380C}" destId="{406BDE52-5084-4DD0-9E19-7D348D6B1DAA}" srcOrd="0" destOrd="0" presId="urn:microsoft.com/office/officeart/2005/8/layout/orgChart1"/>
    <dgm:cxn modelId="{44D7FF45-4060-4A32-A9A1-223F629BDCB3}" type="presParOf" srcId="{F3750782-2E8B-430E-A423-942EACA3380C}" destId="{CD679221-BD5D-403D-BBF1-2EE88BA7A946}" srcOrd="1" destOrd="0" presId="urn:microsoft.com/office/officeart/2005/8/layout/orgChart1"/>
    <dgm:cxn modelId="{A9D8E026-4726-4972-8AD2-A92E9BC5A6AF}" type="presParOf" srcId="{244D4E66-AEBA-40F0-8F6A-D77E8FF12611}" destId="{62C48828-BFE4-4A21-B9E2-1AF9FD7924B4}" srcOrd="1" destOrd="0" presId="urn:microsoft.com/office/officeart/2005/8/layout/orgChart1"/>
    <dgm:cxn modelId="{41438C3B-F133-475B-A53C-51C5579975FC}" type="presParOf" srcId="{244D4E66-AEBA-40F0-8F6A-D77E8FF12611}" destId="{53614FC9-DDF6-49F9-82E2-E05DE2BB7BC1}" srcOrd="2" destOrd="0" presId="urn:microsoft.com/office/officeart/2005/8/layout/orgChart1"/>
    <dgm:cxn modelId="{C5A0BE02-2BB3-49E2-B850-3A357BEC543C}" type="presParOf" srcId="{D5E51168-AF1A-42C8-ACDF-8261306E6C5D}" destId="{B39F86C8-D3F3-40E5-B81B-AC0C0146DA68}" srcOrd="1" destOrd="0" presId="urn:microsoft.com/office/officeart/2005/8/layout/orgChart1"/>
    <dgm:cxn modelId="{738ED773-4EE9-4CB1-9E29-A4B35B4DF7D8}" type="presParOf" srcId="{B39F86C8-D3F3-40E5-B81B-AC0C0146DA68}" destId="{C6458094-E1F5-48A6-A118-6927CB6DA701}" srcOrd="0" destOrd="0" presId="urn:microsoft.com/office/officeart/2005/8/layout/orgChart1"/>
    <dgm:cxn modelId="{D6319171-C851-4CDF-B1BD-9CCFA2AAAA2B}" type="presParOf" srcId="{C6458094-E1F5-48A6-A118-6927CB6DA701}" destId="{14C7247E-5A38-42D5-81C8-87DC32CA647B}" srcOrd="0" destOrd="0" presId="urn:microsoft.com/office/officeart/2005/8/layout/orgChart1"/>
    <dgm:cxn modelId="{FF478ADC-22F7-436E-934E-848F33D52296}" type="presParOf" srcId="{C6458094-E1F5-48A6-A118-6927CB6DA701}" destId="{C8DF7BCF-FF52-4DC3-A331-F48A70E1F217}" srcOrd="1" destOrd="0" presId="urn:microsoft.com/office/officeart/2005/8/layout/orgChart1"/>
    <dgm:cxn modelId="{E1F41187-F558-4D43-8DC7-DC1C3F959B0B}" type="presParOf" srcId="{B39F86C8-D3F3-40E5-B81B-AC0C0146DA68}" destId="{36B86A7B-C455-49BF-BD9D-AC642D409C3F}" srcOrd="1" destOrd="0" presId="urn:microsoft.com/office/officeart/2005/8/layout/orgChart1"/>
    <dgm:cxn modelId="{1660D280-4AD0-4BBF-84F9-ECEB1F8ECEB8}" type="presParOf" srcId="{B39F86C8-D3F3-40E5-B81B-AC0C0146DA68}" destId="{63808123-DAF2-4E56-98B6-C3F0E6BFA35B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9F41FC-AA45-4898-A0B0-011333F2A2E2}">
      <dsp:nvSpPr>
        <dsp:cNvPr id="0" name=""/>
        <dsp:cNvSpPr/>
      </dsp:nvSpPr>
      <dsp:spPr>
        <a:xfrm>
          <a:off x="0" y="0"/>
          <a:ext cx="898740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70A8A13-E7E8-4ED5-B91E-6C72A9B776D8}">
      <dsp:nvSpPr>
        <dsp:cNvPr id="0" name=""/>
        <dsp:cNvSpPr/>
      </dsp:nvSpPr>
      <dsp:spPr>
        <a:xfrm>
          <a:off x="0" y="0"/>
          <a:ext cx="8987404" cy="18269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/>
            <a:t>❌ Sin sistema centralizado</a:t>
          </a:r>
          <a:br>
            <a:rPr lang="es-MX" sz="2100" kern="1200"/>
          </a:br>
          <a:r>
            <a:rPr lang="es-MX" sz="2100" kern="1200"/>
            <a:t>❌ Datos dispersos y no confiables</a:t>
          </a:r>
          <a:br>
            <a:rPr lang="es-MX" sz="2100" kern="1200"/>
          </a:br>
          <a:r>
            <a:rPr lang="es-MX" sz="2100" kern="1200"/>
            <a:t>❌ No se miden tiempos reales ni productividad</a:t>
          </a:r>
          <a:br>
            <a:rPr lang="es-MX" sz="2100" kern="1200"/>
          </a:br>
          <a:r>
            <a:rPr lang="es-MX" sz="2100" kern="1200"/>
            <a:t>❌ Dificultad para gestionar pausas y repuestos</a:t>
          </a:r>
          <a:br>
            <a:rPr lang="es-MX" sz="2100" kern="1200"/>
          </a:br>
          <a:r>
            <a:rPr lang="es-MX" sz="2100" kern="1200"/>
            <a:t>❌ Documentación fuera de control</a:t>
          </a:r>
          <a:endParaRPr lang="en-US" sz="2100" kern="1200"/>
        </a:p>
      </dsp:txBody>
      <dsp:txXfrm>
        <a:off x="0" y="0"/>
        <a:ext cx="8987404" cy="1826970"/>
      </dsp:txXfrm>
    </dsp:sp>
    <dsp:sp modelId="{3B81B942-A3E7-41D6-B811-E0A3CE2D64ED}">
      <dsp:nvSpPr>
        <dsp:cNvPr id="0" name=""/>
        <dsp:cNvSpPr/>
      </dsp:nvSpPr>
      <dsp:spPr>
        <a:xfrm>
          <a:off x="0" y="1826970"/>
          <a:ext cx="898740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68C40C6-674A-403B-8B1E-0857C1706B2F}">
      <dsp:nvSpPr>
        <dsp:cNvPr id="0" name=""/>
        <dsp:cNvSpPr/>
      </dsp:nvSpPr>
      <dsp:spPr>
        <a:xfrm>
          <a:off x="0" y="1826970"/>
          <a:ext cx="8987404" cy="18269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/>
            <a:t>👉 Necesidad urgente de digitalizar y automatizar el ingreso y seguimiento de vehículos.</a:t>
          </a:r>
          <a:endParaRPr lang="en-US" sz="2100" kern="1200"/>
        </a:p>
      </dsp:txBody>
      <dsp:txXfrm>
        <a:off x="0" y="1826970"/>
        <a:ext cx="8987404" cy="18269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896BC-332F-4A2F-A8BE-C43DAAF09BEA}">
      <dsp:nvSpPr>
        <dsp:cNvPr id="0" name=""/>
        <dsp:cNvSpPr/>
      </dsp:nvSpPr>
      <dsp:spPr>
        <a:xfrm>
          <a:off x="0" y="126144"/>
          <a:ext cx="6263640" cy="132143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C64909-F929-4E4B-BDB0-8958C97373E7}">
      <dsp:nvSpPr>
        <dsp:cNvPr id="0" name=""/>
        <dsp:cNvSpPr/>
      </dsp:nvSpPr>
      <dsp:spPr>
        <a:xfrm>
          <a:off x="267029" y="544109"/>
          <a:ext cx="485508" cy="48550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4CE741-0EB8-41CB-A506-444395290E69}">
      <dsp:nvSpPr>
        <dsp:cNvPr id="0" name=""/>
        <dsp:cNvSpPr/>
      </dsp:nvSpPr>
      <dsp:spPr>
        <a:xfrm>
          <a:off x="1019566" y="345493"/>
          <a:ext cx="5153040" cy="1048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940" tIns="110940" rIns="110940" bIns="1109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b="1" kern="1200"/>
            <a:t>Chofer</a:t>
          </a:r>
          <a:br>
            <a:rPr lang="es-MX" sz="1400" kern="1200"/>
          </a:br>
          <a:r>
            <a:rPr lang="es-MX" sz="1400" kern="1200"/>
            <a:t>Registra el ingreso del vehículo y programa la hora.</a:t>
          </a:r>
          <a:br>
            <a:rPr lang="es-MX" sz="1400" kern="1200"/>
          </a:br>
          <a:r>
            <a:rPr lang="es-MX" sz="1400" b="1" kern="1200"/>
            <a:t>Problema</a:t>
          </a:r>
          <a:r>
            <a:rPr lang="es-MX" sz="1400" kern="1200"/>
            <a:t>: Depende de WhatsApp y no sabe el estado real del vehículo.</a:t>
          </a:r>
          <a:endParaRPr lang="en-US" sz="1400" kern="1200"/>
        </a:p>
      </dsp:txBody>
      <dsp:txXfrm>
        <a:off x="1019566" y="345493"/>
        <a:ext cx="5153040" cy="1048256"/>
      </dsp:txXfrm>
    </dsp:sp>
    <dsp:sp modelId="{9298CA66-3A37-4C1C-9F44-119A1B7E39C4}">
      <dsp:nvSpPr>
        <dsp:cNvPr id="0" name=""/>
        <dsp:cNvSpPr/>
      </dsp:nvSpPr>
      <dsp:spPr>
        <a:xfrm>
          <a:off x="0" y="1709647"/>
          <a:ext cx="6263640" cy="88274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771142-8B20-4F92-8691-A63FB6E5C14D}">
      <dsp:nvSpPr>
        <dsp:cNvPr id="0" name=""/>
        <dsp:cNvSpPr/>
      </dsp:nvSpPr>
      <dsp:spPr>
        <a:xfrm>
          <a:off x="267029" y="1908263"/>
          <a:ext cx="485508" cy="48550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895E8-39ED-4764-AA4F-984E8E95FF62}">
      <dsp:nvSpPr>
        <dsp:cNvPr id="0" name=""/>
        <dsp:cNvSpPr/>
      </dsp:nvSpPr>
      <dsp:spPr>
        <a:xfrm>
          <a:off x="1019566" y="1709647"/>
          <a:ext cx="5153040" cy="1048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940" tIns="110940" rIns="110940" bIns="1109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b="1" kern="1200"/>
            <a:t>Guardia</a:t>
          </a:r>
          <a:br>
            <a:rPr lang="es-MX" sz="1400" kern="1200"/>
          </a:br>
          <a:r>
            <a:rPr lang="es-MX" sz="1400" kern="1200"/>
            <a:t>Controla entrada y salida de vehículos.</a:t>
          </a:r>
          <a:br>
            <a:rPr lang="es-MX" sz="1400" kern="1200"/>
          </a:br>
          <a:r>
            <a:rPr lang="es-MX" sz="1400" b="1" kern="1200"/>
            <a:t>Problema</a:t>
          </a:r>
          <a:r>
            <a:rPr lang="es-MX" sz="1400" kern="1200"/>
            <a:t>: Registra manualmente y con fotos sin respaldo documental.</a:t>
          </a:r>
          <a:endParaRPr lang="en-US" sz="1400" kern="1200"/>
        </a:p>
      </dsp:txBody>
      <dsp:txXfrm>
        <a:off x="1019566" y="1709647"/>
        <a:ext cx="5153040" cy="1048256"/>
      </dsp:txXfrm>
    </dsp:sp>
    <dsp:sp modelId="{60E957F3-6FF7-49AE-AC6B-57BAA7ACDF2E}">
      <dsp:nvSpPr>
        <dsp:cNvPr id="0" name=""/>
        <dsp:cNvSpPr/>
      </dsp:nvSpPr>
      <dsp:spPr>
        <a:xfrm>
          <a:off x="0" y="3019967"/>
          <a:ext cx="6263640" cy="88274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1FF502-8142-4CD2-9493-E7B8EDECF2D7}">
      <dsp:nvSpPr>
        <dsp:cNvPr id="0" name=""/>
        <dsp:cNvSpPr/>
      </dsp:nvSpPr>
      <dsp:spPr>
        <a:xfrm>
          <a:off x="267029" y="3218584"/>
          <a:ext cx="485508" cy="48550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EA6C52-4265-484F-947A-7EB69D006C0A}">
      <dsp:nvSpPr>
        <dsp:cNvPr id="0" name=""/>
        <dsp:cNvSpPr/>
      </dsp:nvSpPr>
      <dsp:spPr>
        <a:xfrm>
          <a:off x="1019566" y="3019967"/>
          <a:ext cx="5153040" cy="1048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940" tIns="110940" rIns="110940" bIns="1109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b="1" kern="1200"/>
            <a:t>Mecánico</a:t>
          </a:r>
          <a:br>
            <a:rPr lang="es-MX" sz="1400" kern="1200"/>
          </a:br>
          <a:r>
            <a:rPr lang="es-MX" sz="1400" kern="1200"/>
            <a:t>Realiza reparaciones, registra tareas, pausas y uso de repuestos.</a:t>
          </a:r>
          <a:br>
            <a:rPr lang="es-MX" sz="1400" kern="1200"/>
          </a:br>
          <a:r>
            <a:rPr lang="es-MX" sz="1400" b="1" kern="1200"/>
            <a:t>Problema</a:t>
          </a:r>
          <a:r>
            <a:rPr lang="es-MX" sz="1400" kern="1200"/>
            <a:t>: No tiene herramienta propia para reportar avances; depende de supervisión verbal o mensajes.</a:t>
          </a:r>
          <a:endParaRPr lang="en-US" sz="1400" kern="1200"/>
        </a:p>
      </dsp:txBody>
      <dsp:txXfrm>
        <a:off x="1019566" y="3019967"/>
        <a:ext cx="5153040" cy="1048256"/>
      </dsp:txXfrm>
    </dsp:sp>
    <dsp:sp modelId="{F8B1E767-9761-4EDB-8686-76289ADBD424}">
      <dsp:nvSpPr>
        <dsp:cNvPr id="0" name=""/>
        <dsp:cNvSpPr/>
      </dsp:nvSpPr>
      <dsp:spPr>
        <a:xfrm>
          <a:off x="0" y="4330287"/>
          <a:ext cx="6263640" cy="88274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E9E254-C9C3-49D4-84D1-35409FD50699}">
      <dsp:nvSpPr>
        <dsp:cNvPr id="0" name=""/>
        <dsp:cNvSpPr/>
      </dsp:nvSpPr>
      <dsp:spPr>
        <a:xfrm>
          <a:off x="267029" y="4528904"/>
          <a:ext cx="485508" cy="48550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E20E0E-6A49-4283-BA2E-1241A950DDD7}">
      <dsp:nvSpPr>
        <dsp:cNvPr id="0" name=""/>
        <dsp:cNvSpPr/>
      </dsp:nvSpPr>
      <dsp:spPr>
        <a:xfrm>
          <a:off x="1019566" y="4330287"/>
          <a:ext cx="5153040" cy="1048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940" tIns="110940" rIns="110940" bIns="1109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400" b="1" kern="1200"/>
            <a:t>Jefe de Taller</a:t>
          </a:r>
          <a:br>
            <a:rPr lang="es-MX" sz="1400" kern="1200"/>
          </a:br>
          <a:r>
            <a:rPr lang="es-MX" sz="1400" kern="1200"/>
            <a:t>Asigna mecánicos, controla stock y autoriza salidas.</a:t>
          </a:r>
          <a:br>
            <a:rPr lang="es-MX" sz="1400" kern="1200"/>
          </a:br>
          <a:r>
            <a:rPr lang="es-MX" sz="1400" b="1" kern="1200"/>
            <a:t>Problema</a:t>
          </a:r>
          <a:r>
            <a:rPr lang="es-MX" sz="1400" kern="1200"/>
            <a:t>: Necesita reportes confiables y trazabilidad en tiempo real, pero hoy todo está en Excel.</a:t>
          </a:r>
          <a:endParaRPr lang="en-US" sz="1400" kern="1200"/>
        </a:p>
      </dsp:txBody>
      <dsp:txXfrm>
        <a:off x="1019566" y="4330287"/>
        <a:ext cx="5153040" cy="10482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6BDE52-5084-4DD0-9E19-7D348D6B1DAA}">
      <dsp:nvSpPr>
        <dsp:cNvPr id="0" name=""/>
        <dsp:cNvSpPr/>
      </dsp:nvSpPr>
      <dsp:spPr>
        <a:xfrm>
          <a:off x="2535" y="986695"/>
          <a:ext cx="4755895" cy="23779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 es solo una app. Es la transformación digital de un taller. </a:t>
          </a:r>
          <a:endParaRPr lang="en-US" sz="2600" kern="1200"/>
        </a:p>
      </dsp:txBody>
      <dsp:txXfrm>
        <a:off x="2535" y="986695"/>
        <a:ext cx="4755895" cy="2377947"/>
      </dsp:txXfrm>
    </dsp:sp>
    <dsp:sp modelId="{14C7247E-5A38-42D5-81C8-87DC32CA647B}">
      <dsp:nvSpPr>
        <dsp:cNvPr id="0" name=""/>
        <dsp:cNvSpPr/>
      </dsp:nvSpPr>
      <dsp:spPr>
        <a:xfrm>
          <a:off x="5757169" y="986695"/>
          <a:ext cx="4755895" cy="23779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✔️ Soluciona el caos de WhatsApp y Excel</a:t>
          </a:r>
          <a:br>
            <a:rPr lang="es-MX" sz="2600" kern="1200"/>
          </a:br>
          <a:r>
            <a:rPr lang="es-MX" sz="2600" kern="1200"/>
            <a:t>✔️ Entrega trazabilidad completa</a:t>
          </a:r>
          <a:br>
            <a:rPr lang="es-MX" sz="2600" kern="1200"/>
          </a:br>
          <a:r>
            <a:rPr lang="es-MX" sz="2600" kern="1200"/>
            <a:t>✔️ Genera KPIs reales para la toma de decisiones</a:t>
          </a:r>
          <a:endParaRPr lang="en-US" sz="2600" kern="1200"/>
        </a:p>
      </dsp:txBody>
      <dsp:txXfrm>
        <a:off x="5757169" y="986695"/>
        <a:ext cx="4755895" cy="23779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22C465-390E-441C-B094-F2FF0D90769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B25E6-7D6B-442E-BFC1-61437EF5AB7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83438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A652A1-520C-30B5-2E5A-974DF391D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2D4A8D1-CE8F-C6C1-E305-3F04EA942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5EE83B-52C4-8F5A-5D04-29553F737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1C032F-A3C9-375F-50D9-F2A9094BC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BC17C0-5233-29F8-7DA8-BE5072BC7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2731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7BDB7-67BC-F2F6-9B7D-D8B69429D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349B2D2-66DD-9E14-9E1C-3476084A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DE07B4-2B9B-1F3E-9E95-69B5422C1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84A377-3DDA-244A-F987-06E3CCE50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C24113-2AFC-07E6-A195-2D42609A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0546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B471-573C-BEDF-16F0-D3B39D8E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9BDAD66-92B6-B5AF-5FED-A2040715F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08425DF-289B-E6BD-9662-F252C031E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E212FF-4A93-36BF-12FC-208FD83E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E4633A-CF68-7DB1-1CB4-F6F9F0DB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177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A39CF-D9D1-76F4-B658-C8768E2E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83BC90-F5E1-7733-37A0-77B01472DB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6B5AC4-8FA8-6BE0-79BA-987F9C5C6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EEEBB95-931D-C366-8E41-A6497C986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11AD57E-3304-F396-C8B7-12229F5FF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2A5999-E002-0908-57F1-EEE787F43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74036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B2E031-B8D0-FA0C-7C8E-0E051117B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0F052D-879B-A0FD-D3C1-A4F4B6101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1F7F00D-7C64-FA36-7E3C-4BCAAAF21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6F13474-97CA-C03D-CCBE-A3A1FC40C4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DB4CD7B-480E-26D4-62C2-D4851EB184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49FAB6E-6ED0-E2BB-B73F-94926F05B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198B039-1AA2-E64A-78D0-EC2CEBEC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3DC7642-B577-BFAE-D49D-E5C51377A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2598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53E7A5-C726-4B59-9442-E12FC90B2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52966DB-54D6-C190-CBB6-797FC1C3A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F239A4C-2391-4F1A-8F28-51FBEFA4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8CF96AB-640E-D693-6412-5E69C2582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97170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09FA96E-40A8-4798-9197-C81731DA0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011A5A0-DA87-0CC1-0484-A725D86B9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7037274-3F3F-6AB9-4D43-32D4A77D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3123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37EE5-8CE1-575C-B86B-DFF9F5B4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A2EE01-CB1D-CEA5-B5A7-85BD70F28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952C0B-3815-82BF-8B3E-6D1F63DA7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D499B94-31FA-8C06-D493-2529B5F6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246812-AEFB-6645-A5A9-84453BE6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2EF77B-F56F-6833-F045-12F16D3A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15632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ECD-72FF-B7EA-26A9-D2A689A02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9BE52C9-1523-1064-C11B-2910A27A8D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1A4642A-43F3-9FF9-93C0-2EC8EBEE3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493DA5E-D9E1-D93F-C3D0-C25EA392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D05194-8D04-AA90-CCDF-C9D040DC4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92E58F7-FA94-E140-171A-AA50B8418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3493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FDDCB6-1C43-F50B-DEE6-090F1565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9199B5E-18BE-A2AF-714A-FD008C012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70EE21-A8A3-41E1-4940-B4774A650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94877D-5234-A6CB-DB24-3B140E0FC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8FA177-B7DB-3515-AE23-4F7EE37E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63826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18F06E7-FACE-8C43-034E-461CE7FA0B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16C358C-9478-A6D5-ACE2-C3EE7313C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7C52E-4AEE-BD47-15EE-4C03D384D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7296ED-7299-DF02-C60E-608BAA7E4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7F82C26-E7B2-DCE1-6271-AB16DD81F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05323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273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20EC42A-0672-F8AC-B68F-3433712B3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01C50A-FECB-F0F9-17BE-9F96CB332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5CB788-9C04-F731-F44E-16C313004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C322B8-1BED-432A-993B-55D1BC9B96B2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91C71D-239F-64C0-AEC7-B39430EFB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484AF2-4CE7-1795-36DA-B9A6EBED3F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BE2E7-BAE3-47B0-B0E1-800410287D2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23175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85" r:id="rId1"/>
    <p:sldLayoutId id="2147484286" r:id="rId2"/>
    <p:sldLayoutId id="2147484287" r:id="rId3"/>
    <p:sldLayoutId id="2147484288" r:id="rId4"/>
    <p:sldLayoutId id="2147484289" r:id="rId5"/>
    <p:sldLayoutId id="2147484290" r:id="rId6"/>
    <p:sldLayoutId id="2147484291" r:id="rId7"/>
    <p:sldLayoutId id="2147484292" r:id="rId8"/>
    <p:sldLayoutId id="2147484293" r:id="rId9"/>
    <p:sldLayoutId id="2147484294" r:id="rId10"/>
    <p:sldLayoutId id="2147484295" r:id="rId11"/>
    <p:sldLayoutId id="214748429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epsiCo Chile anuncia medidas para hacer su centro de distribución más  sustentable - La Tercera">
            <a:extLst>
              <a:ext uri="{FF2B5EF4-FFF2-40B4-BE49-F238E27FC236}">
                <a16:creationId xmlns:a16="http://schemas.microsoft.com/office/drawing/2014/main" id="{B17049D0-02DA-2626-5228-47386766F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38" r="9091" b="653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ECED7F1-8FB2-9A65-DF3D-5CFD8C6B3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1867" y="626533"/>
            <a:ext cx="7128933" cy="12784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br>
              <a:rPr lang="en-US" sz="1000">
                <a:solidFill>
                  <a:srgbClr val="FEFFFF"/>
                </a:solidFill>
              </a:rPr>
            </a:br>
            <a:br>
              <a:rPr lang="en-US" sz="1000">
                <a:solidFill>
                  <a:srgbClr val="FEFFFF"/>
                </a:solidFill>
              </a:rPr>
            </a:br>
            <a:br>
              <a:rPr lang="en-US" sz="1000">
                <a:solidFill>
                  <a:srgbClr val="FEFFFF"/>
                </a:solidFill>
              </a:rPr>
            </a:br>
            <a:r>
              <a:rPr lang="en-US" sz="1000">
                <a:solidFill>
                  <a:srgbClr val="FEFFFF"/>
                </a:solidFill>
              </a:rPr>
              <a:t>GESTIÓN DE INGRESO DE VEHÍCULOS AL TALLER</a:t>
            </a:r>
            <a:br>
              <a:rPr lang="en-US" sz="1000">
                <a:solidFill>
                  <a:srgbClr val="FEFFFF"/>
                </a:solidFill>
              </a:rPr>
            </a:br>
            <a:br>
              <a:rPr lang="en-US" sz="1000">
                <a:solidFill>
                  <a:srgbClr val="FEFFFF"/>
                </a:solidFill>
              </a:rPr>
            </a:br>
            <a:r>
              <a:rPr lang="en-US" sz="1000">
                <a:solidFill>
                  <a:srgbClr val="FEFFFF"/>
                </a:solidFill>
              </a:rPr>
              <a:t>Transformación digital del taller PepsiCo Chile</a:t>
            </a:r>
            <a:br>
              <a:rPr lang="en-US" sz="1000">
                <a:solidFill>
                  <a:srgbClr val="FEFFFF"/>
                </a:solidFill>
              </a:rPr>
            </a:br>
            <a:br>
              <a:rPr lang="en-US" sz="1000">
                <a:solidFill>
                  <a:srgbClr val="FEFFFF"/>
                </a:solidFill>
              </a:rPr>
            </a:br>
            <a:endParaRPr lang="en-US" sz="1000">
              <a:solidFill>
                <a:srgbClr val="FE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1050B6-0F41-E4E3-8FEB-2C32B702E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868" y="2133599"/>
            <a:ext cx="7493000" cy="380999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Wingdings 3" charset="2"/>
              <a:buChar char=""/>
            </a:pPr>
            <a:r>
              <a:rPr lang="en-US">
                <a:solidFill>
                  <a:srgbClr val="FEFFFF"/>
                </a:solidFill>
              </a:rPr>
              <a:t>Integrantes: Yordano Cartagena – Felipe Donoso</a:t>
            </a:r>
          </a:p>
          <a:p>
            <a:pPr indent="-228600">
              <a:buFont typeface="Wingdings 3" charset="2"/>
              <a:buChar char=""/>
            </a:pPr>
            <a:r>
              <a:rPr lang="en-US">
                <a:solidFill>
                  <a:srgbClr val="FEFFFF"/>
                </a:solidFill>
              </a:rPr>
              <a:t>Profesor: Luis Bravo Yañez</a:t>
            </a:r>
          </a:p>
          <a:p>
            <a:pPr indent="-228600">
              <a:buFont typeface="Wingdings 3" charset="2"/>
              <a:buChar char=""/>
            </a:pPr>
            <a:r>
              <a:rPr lang="en-US">
                <a:solidFill>
                  <a:srgbClr val="FEFFFF"/>
                </a:solidFill>
              </a:rPr>
              <a:t>Asignatura: Capstone</a:t>
            </a:r>
            <a:br>
              <a:rPr lang="en-US">
                <a:solidFill>
                  <a:srgbClr val="FEFFFF"/>
                </a:solidFill>
              </a:rPr>
            </a:br>
            <a:endParaRPr lang="en-US">
              <a:solidFill>
                <a:srgbClr val="FE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96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F0B8CEB-8279-4E5E-A0CE-1FC9F71736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782" y="0"/>
            <a:ext cx="742121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36B8CC-DF6A-9CBB-6364-F7F1D3C3C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0466" y="609600"/>
            <a:ext cx="4140014" cy="1330839"/>
          </a:xfrm>
        </p:spPr>
        <p:txBody>
          <a:bodyPr>
            <a:normAutofit/>
          </a:bodyPr>
          <a:lstStyle/>
          <a:p>
            <a:r>
              <a:rPr lang="es-CL"/>
              <a:t>Contexto</a:t>
            </a:r>
            <a:br>
              <a:rPr lang="es-CL" b="1"/>
            </a:br>
            <a:endParaRPr lang="es-CL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1B65D64F-F7FC-BE94-D272-F053240276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69" r="15455" b="-1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A7EB4E-9231-A52C-471C-21C3E1639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0465" y="2194102"/>
            <a:ext cx="4140013" cy="3908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PepsiCo  Opera una flota nacional de vehículos para la distribución de sus productos en todo el país. El mantenimiento de estos vehículos es esencial para garantizar una logística eficiente.</a:t>
            </a:r>
          </a:p>
          <a:p>
            <a:pPr marL="0" indent="0">
              <a:buNone/>
            </a:pP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Hoy, el proceso de ingreso y gestión en talleres se realiza de forma manual: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📱 WhatsApp → Fotos y mensajes</a:t>
            </a:r>
            <a:b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📊 Excel → Registros manuales</a:t>
            </a:r>
            <a:b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🗣️ Comunicaciones verbales</a:t>
            </a:r>
          </a:p>
          <a:p>
            <a:pPr marL="0" indent="0">
              <a:buNone/>
            </a:pPr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➡️ Resultado:</a:t>
            </a:r>
          </a:p>
          <a:p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Falta de trazabilidad</a:t>
            </a:r>
          </a:p>
          <a:p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Errores por duplicidad</a:t>
            </a:r>
          </a:p>
          <a:p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Mala coordinación</a:t>
            </a:r>
          </a:p>
          <a:p>
            <a:r>
              <a:rPr lang="es-MX" sz="1400">
                <a:latin typeface="Arial" panose="020B0604020202020204" pitchFamily="34" charset="0"/>
                <a:cs typeface="Arial" panose="020B0604020202020204" pitchFamily="34" charset="0"/>
              </a:rPr>
              <a:t>Reportes poco confiables</a:t>
            </a:r>
          </a:p>
        </p:txBody>
      </p:sp>
    </p:spTree>
    <p:extLst>
      <p:ext uri="{BB962C8B-B14F-4D97-AF65-F5344CB8AC3E}">
        <p14:creationId xmlns:p14="http://schemas.microsoft.com/office/powerpoint/2010/main" val="2540630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F503D8-D692-764F-5A3D-5DCBE950F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s-CL"/>
              <a:t>Problema Clave</a:t>
            </a:r>
            <a:br>
              <a:rPr lang="es-CL" b="1"/>
            </a:br>
            <a:endParaRPr lang="es-CL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41115F9-C7BD-E3D4-A053-8F8A364000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3008128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42564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2B5F2D-5B5D-9267-3C96-A0EB71674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rPr lang="es-MX" sz="5200"/>
              <a:t>Roles Clave y sus Desafíos</a:t>
            </a:r>
            <a:br>
              <a:rPr lang="es-MX" sz="5200" b="1"/>
            </a:br>
            <a:endParaRPr lang="es-CL" sz="520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626281DF-77A0-4B59-65EC-56C7EEF1A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652505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66544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2446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"/>
            <a:ext cx="12192000" cy="14363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4" name="Shape 1"/>
          <p:cNvSpPr/>
          <p:nvPr/>
        </p:nvSpPr>
        <p:spPr>
          <a:xfrm>
            <a:off x="0" y="1407766"/>
            <a:ext cx="12192000" cy="28575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5" name="Text 2"/>
          <p:cNvSpPr/>
          <p:nvPr/>
        </p:nvSpPr>
        <p:spPr>
          <a:xfrm>
            <a:off x="367066" y="567328"/>
            <a:ext cx="3203506" cy="2363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2800" b="1" kern="0" spc="1" dirty="0">
                <a:solidFill>
                  <a:srgbClr val="FFFFFF">
                    <a:alpha val="90000"/>
                  </a:srgbClr>
                </a:solidFill>
              </a:rPr>
              <a:t>Solución Propuesta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76251" y="1788766"/>
            <a:ext cx="3524251" cy="5084415"/>
          </a:xfrm>
          <a:prstGeom prst="rect">
            <a:avLst/>
          </a:prstGeom>
          <a:solidFill>
            <a:srgbClr val="E32119">
              <a:alpha val="100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8" name="Shape 5"/>
          <p:cNvSpPr/>
          <p:nvPr/>
        </p:nvSpPr>
        <p:spPr>
          <a:xfrm>
            <a:off x="476252" y="1788766"/>
            <a:ext cx="47625" cy="5084415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9" name="Text 6"/>
          <p:cNvSpPr/>
          <p:nvPr/>
        </p:nvSpPr>
        <p:spPr>
          <a:xfrm>
            <a:off x="704851" y="2017366"/>
            <a:ext cx="2527936" cy="1982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733"/>
              </a:lnSpc>
            </a:pPr>
            <a:r>
              <a:rPr lang="en-US" sz="1180" b="1" dirty="0">
                <a:solidFill>
                  <a:srgbClr val="003DA5"/>
                </a:solidFill>
              </a:rPr>
              <a:t>Agendamiento y Registro de Ingreso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704851" y="2602186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11" name="Shape 8"/>
          <p:cNvSpPr/>
          <p:nvPr/>
        </p:nvSpPr>
        <p:spPr>
          <a:xfrm>
            <a:off x="704851" y="2835548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12" name="Text 9"/>
          <p:cNvSpPr/>
          <p:nvPr/>
        </p:nvSpPr>
        <p:spPr>
          <a:xfrm>
            <a:off x="704851" y="2602186"/>
            <a:ext cx="3067051" cy="256823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400" b="1" kern="0" spc="1" dirty="0">
                <a:solidFill>
                  <a:srgbClr val="E32119"/>
                </a:solidFill>
              </a:rPr>
              <a:t>Funcionalidades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4851" y="295937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14" name="Text 11"/>
          <p:cNvSpPr/>
          <p:nvPr/>
        </p:nvSpPr>
        <p:spPr>
          <a:xfrm>
            <a:off x="850255" y="2949849"/>
            <a:ext cx="2921645" cy="369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100" dirty="0">
                <a:solidFill>
                  <a:srgbClr val="2C3E50"/>
                </a:solidFill>
              </a:rPr>
              <a:t>Agenda interactiva que evita duplicidad de horarios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851" y="3426097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16" name="Text 13"/>
          <p:cNvSpPr/>
          <p:nvPr/>
        </p:nvSpPr>
        <p:spPr>
          <a:xfrm>
            <a:off x="850255" y="3416574"/>
            <a:ext cx="2921645" cy="369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100" dirty="0">
                <a:solidFill>
                  <a:srgbClr val="2C3E50"/>
                </a:solidFill>
              </a:rPr>
              <a:t>Registro con patente, fotos, estado inicial y documentación técnica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04851" y="389282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18" name="Text 15"/>
          <p:cNvSpPr/>
          <p:nvPr/>
        </p:nvSpPr>
        <p:spPr>
          <a:xfrm>
            <a:off x="850255" y="3883298"/>
            <a:ext cx="2921645" cy="369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100" dirty="0">
                <a:solidFill>
                  <a:srgbClr val="2C3E50"/>
                </a:solidFill>
              </a:rPr>
              <a:t>Vista del chofer con estado del vehículo en tiempo real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4851" y="4359548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20" name="Text 17"/>
          <p:cNvSpPr/>
          <p:nvPr/>
        </p:nvSpPr>
        <p:spPr>
          <a:xfrm>
            <a:off x="850255" y="4350023"/>
            <a:ext cx="2921645" cy="37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100" dirty="0">
                <a:solidFill>
                  <a:srgbClr val="2C3E50"/>
                </a:solidFill>
              </a:rPr>
              <a:t>Registro del guardia con fotografía del camión al ingreso y salida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04851" y="5045349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22" name="Shape 19"/>
          <p:cNvSpPr/>
          <p:nvPr/>
        </p:nvSpPr>
        <p:spPr>
          <a:xfrm>
            <a:off x="704851" y="5278711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23" name="Text 20"/>
          <p:cNvSpPr/>
          <p:nvPr/>
        </p:nvSpPr>
        <p:spPr>
          <a:xfrm>
            <a:off x="704851" y="5045349"/>
            <a:ext cx="3067051" cy="256823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400" b="1" kern="0" spc="1" dirty="0">
                <a:solidFill>
                  <a:srgbClr val="E32119"/>
                </a:solidFill>
              </a:rPr>
              <a:t>Beneficios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4851" y="5393011"/>
            <a:ext cx="3067051" cy="9906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25" name="Shape 22"/>
          <p:cNvSpPr/>
          <p:nvPr/>
        </p:nvSpPr>
        <p:spPr>
          <a:xfrm>
            <a:off x="704851" y="5393011"/>
            <a:ext cx="3067051" cy="1905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26" name="Text 23"/>
          <p:cNvSpPr/>
          <p:nvPr/>
        </p:nvSpPr>
        <p:spPr>
          <a:xfrm>
            <a:off x="704851" y="555493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27" name="Text 24"/>
          <p:cNvSpPr/>
          <p:nvPr/>
        </p:nvSpPr>
        <p:spPr>
          <a:xfrm>
            <a:off x="896541" y="5545411"/>
            <a:ext cx="1817805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40% menos tiempo en registros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04851" y="585973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29" name="Text 26"/>
          <p:cNvSpPr/>
          <p:nvPr/>
        </p:nvSpPr>
        <p:spPr>
          <a:xfrm>
            <a:off x="896541" y="5850211"/>
            <a:ext cx="1981312" cy="1737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Eliminación del uso de WhatsApp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04851" y="616453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31" name="Text 28"/>
          <p:cNvSpPr/>
          <p:nvPr/>
        </p:nvSpPr>
        <p:spPr>
          <a:xfrm>
            <a:off x="896540" y="6155011"/>
            <a:ext cx="1372171" cy="1737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Mayor control del flujo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33875" y="1788765"/>
            <a:ext cx="3524251" cy="4804395"/>
          </a:xfrm>
          <a:prstGeom prst="rect">
            <a:avLst/>
          </a:prstGeom>
          <a:solidFill>
            <a:srgbClr val="0078D4">
              <a:alpha val="1000"/>
            </a:srgbClr>
          </a:solidFill>
          <a:ln/>
        </p:spPr>
        <p:txBody>
          <a:bodyPr/>
          <a:lstStyle/>
          <a:p>
            <a:endParaRPr lang="es-CL" sz="1000" dirty="0"/>
          </a:p>
        </p:txBody>
      </p:sp>
      <p:sp>
        <p:nvSpPr>
          <p:cNvPr id="33" name="Shape 30"/>
          <p:cNvSpPr/>
          <p:nvPr/>
        </p:nvSpPr>
        <p:spPr>
          <a:xfrm>
            <a:off x="4333876" y="1788765"/>
            <a:ext cx="47625" cy="4804395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34" name="Text 31"/>
          <p:cNvSpPr/>
          <p:nvPr/>
        </p:nvSpPr>
        <p:spPr>
          <a:xfrm>
            <a:off x="4562475" y="2017365"/>
            <a:ext cx="3067051" cy="198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733"/>
              </a:lnSpc>
            </a:pPr>
            <a:r>
              <a:rPr lang="en-US" sz="1180" b="1" dirty="0">
                <a:solidFill>
                  <a:srgbClr val="003DA5"/>
                </a:solidFill>
              </a:rPr>
              <a:t>Gestión de Repuestos y Reparaciones</a:t>
            </a:r>
            <a:endParaRPr lang="en-US" sz="1180" dirty="0"/>
          </a:p>
        </p:txBody>
      </p:sp>
      <p:sp>
        <p:nvSpPr>
          <p:cNvPr id="35" name="Shape 32"/>
          <p:cNvSpPr/>
          <p:nvPr/>
        </p:nvSpPr>
        <p:spPr>
          <a:xfrm>
            <a:off x="4562475" y="2825057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36" name="Shape 33"/>
          <p:cNvSpPr/>
          <p:nvPr/>
        </p:nvSpPr>
        <p:spPr>
          <a:xfrm>
            <a:off x="4562475" y="3058417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37" name="Text 34"/>
          <p:cNvSpPr/>
          <p:nvPr/>
        </p:nvSpPr>
        <p:spPr>
          <a:xfrm>
            <a:off x="4562475" y="2825057"/>
            <a:ext cx="3067051" cy="256823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400" b="1" kern="0" spc="1" dirty="0">
                <a:solidFill>
                  <a:srgbClr val="E32119"/>
                </a:solidFill>
              </a:rPr>
              <a:t>Funcionalidades</a:t>
            </a:r>
            <a:endParaRPr lang="en-US" sz="1400" b="1" dirty="0"/>
          </a:p>
        </p:txBody>
      </p:sp>
      <p:sp>
        <p:nvSpPr>
          <p:cNvPr id="38" name="Text 35"/>
          <p:cNvSpPr/>
          <p:nvPr/>
        </p:nvSpPr>
        <p:spPr>
          <a:xfrm>
            <a:off x="4562475" y="318224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39" name="Text 36"/>
          <p:cNvSpPr/>
          <p:nvPr/>
        </p:nvSpPr>
        <p:spPr>
          <a:xfrm>
            <a:off x="4707880" y="3172718"/>
            <a:ext cx="1703993" cy="1737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dirty="0">
                <a:solidFill>
                  <a:srgbClr val="2C3E50"/>
                </a:solidFill>
              </a:rPr>
              <a:t>Orden de Trabajo automática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562475" y="348704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41" name="Text 38"/>
          <p:cNvSpPr/>
          <p:nvPr/>
        </p:nvSpPr>
        <p:spPr>
          <a:xfrm>
            <a:off x="4707880" y="3477518"/>
            <a:ext cx="2921645" cy="363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899" dirty="0">
                <a:solidFill>
                  <a:srgbClr val="2C3E50"/>
                </a:solidFill>
              </a:rPr>
              <a:t>Mecánico </a:t>
            </a:r>
            <a:r>
              <a:rPr lang="en-US" sz="1000" dirty="0">
                <a:solidFill>
                  <a:srgbClr val="2C3E50"/>
                </a:solidFill>
              </a:rPr>
              <a:t>actualiza</a:t>
            </a:r>
            <a:r>
              <a:rPr lang="en-US" sz="899" dirty="0">
                <a:solidFill>
                  <a:srgbClr val="2C3E50"/>
                </a:solidFill>
              </a:rPr>
              <a:t> avances (diagnóstico, reparación, repuesto, finalizado)</a:t>
            </a:r>
            <a:endParaRPr lang="en-US" sz="899" dirty="0"/>
          </a:p>
        </p:txBody>
      </p:sp>
      <p:sp>
        <p:nvSpPr>
          <p:cNvPr id="42" name="Text 39"/>
          <p:cNvSpPr/>
          <p:nvPr/>
        </p:nvSpPr>
        <p:spPr>
          <a:xfrm>
            <a:off x="4562475" y="3953768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43" name="Text 40"/>
          <p:cNvSpPr/>
          <p:nvPr/>
        </p:nvSpPr>
        <p:spPr>
          <a:xfrm>
            <a:off x="4707880" y="3944243"/>
            <a:ext cx="2921645" cy="173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dirty="0">
                <a:solidFill>
                  <a:srgbClr val="2C3E50"/>
                </a:solidFill>
              </a:rPr>
              <a:t>Solicitudes</a:t>
            </a:r>
            <a:r>
              <a:rPr lang="en-US" sz="899" dirty="0">
                <a:solidFill>
                  <a:srgbClr val="2C3E50"/>
                </a:solidFill>
              </a:rPr>
              <a:t> de repuestos centralizadas con registro</a:t>
            </a:r>
            <a:endParaRPr lang="en-US" sz="899" dirty="0"/>
          </a:p>
        </p:txBody>
      </p:sp>
      <p:sp>
        <p:nvSpPr>
          <p:cNvPr id="44" name="Text 41"/>
          <p:cNvSpPr/>
          <p:nvPr/>
        </p:nvSpPr>
        <p:spPr>
          <a:xfrm>
            <a:off x="4562475" y="442049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45" name="Text 42"/>
          <p:cNvSpPr/>
          <p:nvPr/>
        </p:nvSpPr>
        <p:spPr>
          <a:xfrm>
            <a:off x="4707880" y="4410968"/>
            <a:ext cx="2301912" cy="1737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899" dirty="0">
                <a:solidFill>
                  <a:srgbClr val="2C3E50"/>
                </a:solidFill>
              </a:rPr>
              <a:t>Jefe de </a:t>
            </a:r>
            <a:r>
              <a:rPr lang="en-US" sz="1000" dirty="0">
                <a:solidFill>
                  <a:srgbClr val="2C3E50"/>
                </a:solidFill>
              </a:rPr>
              <a:t>Taller</a:t>
            </a:r>
            <a:r>
              <a:rPr lang="en-US" sz="899" dirty="0">
                <a:solidFill>
                  <a:srgbClr val="2C3E50"/>
                </a:solidFill>
              </a:rPr>
              <a:t> controla con checklist digital</a:t>
            </a:r>
            <a:endParaRPr lang="en-US" sz="899" dirty="0"/>
          </a:p>
        </p:txBody>
      </p:sp>
      <p:sp>
        <p:nvSpPr>
          <p:cNvPr id="46" name="Shape 43"/>
          <p:cNvSpPr/>
          <p:nvPr/>
        </p:nvSpPr>
        <p:spPr>
          <a:xfrm>
            <a:off x="4562475" y="4944369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47" name="Shape 44"/>
          <p:cNvSpPr/>
          <p:nvPr/>
        </p:nvSpPr>
        <p:spPr>
          <a:xfrm>
            <a:off x="4562475" y="5177731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48" name="Text 45"/>
          <p:cNvSpPr/>
          <p:nvPr/>
        </p:nvSpPr>
        <p:spPr>
          <a:xfrm>
            <a:off x="4562475" y="4944369"/>
            <a:ext cx="3067051" cy="263941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600" b="1" kern="0" spc="1" dirty="0">
                <a:solidFill>
                  <a:srgbClr val="E32119"/>
                </a:solidFill>
              </a:rPr>
              <a:t>Beneficios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4562475" y="5292031"/>
            <a:ext cx="3067051" cy="9906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50" name="Shape 47"/>
          <p:cNvSpPr/>
          <p:nvPr/>
        </p:nvSpPr>
        <p:spPr>
          <a:xfrm>
            <a:off x="4562475" y="5292031"/>
            <a:ext cx="3067051" cy="1905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51" name="Text 48"/>
          <p:cNvSpPr/>
          <p:nvPr/>
        </p:nvSpPr>
        <p:spPr>
          <a:xfrm>
            <a:off x="4562475" y="545395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52" name="Text 49"/>
          <p:cNvSpPr/>
          <p:nvPr/>
        </p:nvSpPr>
        <p:spPr>
          <a:xfrm>
            <a:off x="4754166" y="5444431"/>
            <a:ext cx="1910779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Visibilidad completa del proceso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4562475" y="575875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54" name="Text 51"/>
          <p:cNvSpPr/>
          <p:nvPr/>
        </p:nvSpPr>
        <p:spPr>
          <a:xfrm>
            <a:off x="4754165" y="5749231"/>
            <a:ext cx="2794035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Reducción de errores por falta de comunicación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62475" y="6063557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56" name="Text 53"/>
          <p:cNvSpPr/>
          <p:nvPr/>
        </p:nvSpPr>
        <p:spPr>
          <a:xfrm>
            <a:off x="4754166" y="6054031"/>
            <a:ext cx="2032608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Trazabilidad completa del vehículo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191500" y="1788765"/>
            <a:ext cx="3524251" cy="4804395"/>
          </a:xfrm>
          <a:prstGeom prst="rect">
            <a:avLst/>
          </a:prstGeom>
          <a:solidFill>
            <a:srgbClr val="003DA5">
              <a:alpha val="100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58" name="Shape 55"/>
          <p:cNvSpPr/>
          <p:nvPr/>
        </p:nvSpPr>
        <p:spPr>
          <a:xfrm>
            <a:off x="8191501" y="1788765"/>
            <a:ext cx="47625" cy="4804395"/>
          </a:xfrm>
          <a:prstGeom prst="rect">
            <a:avLst/>
          </a:prstGeom>
          <a:solidFill>
            <a:srgbClr val="003DA5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59" name="Text 56"/>
          <p:cNvSpPr/>
          <p:nvPr/>
        </p:nvSpPr>
        <p:spPr>
          <a:xfrm>
            <a:off x="8420101" y="2017366"/>
            <a:ext cx="2156039" cy="1982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733"/>
              </a:lnSpc>
            </a:pPr>
            <a:r>
              <a:rPr lang="en-US" sz="1180" b="1" dirty="0">
                <a:solidFill>
                  <a:srgbClr val="003DA5"/>
                </a:solidFill>
              </a:rPr>
              <a:t>Reportabilidad y Control Zonal</a:t>
            </a:r>
            <a:endParaRPr lang="en-US" sz="1180" dirty="0"/>
          </a:p>
        </p:txBody>
      </p:sp>
      <p:sp>
        <p:nvSpPr>
          <p:cNvPr id="60" name="Shape 57"/>
          <p:cNvSpPr/>
          <p:nvPr/>
        </p:nvSpPr>
        <p:spPr>
          <a:xfrm>
            <a:off x="8420100" y="2602186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61" name="Shape 58"/>
          <p:cNvSpPr/>
          <p:nvPr/>
        </p:nvSpPr>
        <p:spPr>
          <a:xfrm>
            <a:off x="8420100" y="2835548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62" name="Text 59"/>
          <p:cNvSpPr/>
          <p:nvPr/>
        </p:nvSpPr>
        <p:spPr>
          <a:xfrm>
            <a:off x="8420100" y="2602186"/>
            <a:ext cx="3067051" cy="256823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400" b="1" kern="0" spc="1" dirty="0">
                <a:solidFill>
                  <a:srgbClr val="E32119"/>
                </a:solidFill>
              </a:rPr>
              <a:t>Funcionalidades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8420100" y="2959373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64" name="Text 61"/>
          <p:cNvSpPr/>
          <p:nvPr/>
        </p:nvSpPr>
        <p:spPr>
          <a:xfrm>
            <a:off x="8565506" y="2949849"/>
            <a:ext cx="2921645" cy="17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899" dirty="0">
                <a:solidFill>
                  <a:srgbClr val="2C3E50"/>
                </a:solidFill>
              </a:rPr>
              <a:t>Historial completo del vehículo con fotos y documentos</a:t>
            </a:r>
            <a:endParaRPr lang="en-US" sz="899" dirty="0"/>
          </a:p>
        </p:txBody>
      </p:sp>
      <p:sp>
        <p:nvSpPr>
          <p:cNvPr id="65" name="Text 62"/>
          <p:cNvSpPr/>
          <p:nvPr/>
        </p:nvSpPr>
        <p:spPr>
          <a:xfrm>
            <a:off x="8420100" y="3426097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66" name="Text 63"/>
          <p:cNvSpPr/>
          <p:nvPr/>
        </p:nvSpPr>
        <p:spPr>
          <a:xfrm>
            <a:off x="8565505" y="3416574"/>
            <a:ext cx="2497479" cy="1737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899" dirty="0">
                <a:solidFill>
                  <a:srgbClr val="2C3E50"/>
                </a:solidFill>
              </a:rPr>
              <a:t>Reportes </a:t>
            </a:r>
            <a:r>
              <a:rPr lang="en-US" sz="1000" dirty="0">
                <a:solidFill>
                  <a:srgbClr val="2C3E50"/>
                </a:solidFill>
              </a:rPr>
              <a:t>automáticos</a:t>
            </a:r>
            <a:r>
              <a:rPr lang="en-US" sz="899" dirty="0">
                <a:solidFill>
                  <a:srgbClr val="2C3E50"/>
                </a:solidFill>
              </a:rPr>
              <a:t> (supervisores y jefatura)</a:t>
            </a:r>
            <a:endParaRPr lang="en-US" sz="899" dirty="0"/>
          </a:p>
        </p:txBody>
      </p:sp>
      <p:sp>
        <p:nvSpPr>
          <p:cNvPr id="67" name="Text 64"/>
          <p:cNvSpPr/>
          <p:nvPr/>
        </p:nvSpPr>
        <p:spPr>
          <a:xfrm>
            <a:off x="8420100" y="3730897"/>
            <a:ext cx="60914" cy="1806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0078D4"/>
                </a:solidFill>
              </a:rPr>
              <a:t>•</a:t>
            </a:r>
            <a:endParaRPr lang="en-US" sz="911" dirty="0"/>
          </a:p>
        </p:txBody>
      </p:sp>
      <p:sp>
        <p:nvSpPr>
          <p:cNvPr id="68" name="Text 65"/>
          <p:cNvSpPr/>
          <p:nvPr/>
        </p:nvSpPr>
        <p:spPr>
          <a:xfrm>
            <a:off x="8565506" y="3721374"/>
            <a:ext cx="2921645" cy="368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dirty="0">
                <a:solidFill>
                  <a:srgbClr val="2C3E50"/>
                </a:solidFill>
              </a:rPr>
              <a:t>Dashboard</a:t>
            </a:r>
            <a:r>
              <a:rPr lang="en-US" sz="899" dirty="0">
                <a:solidFill>
                  <a:srgbClr val="2C3E50"/>
                </a:solidFill>
              </a:rPr>
              <a:t> con </a:t>
            </a:r>
            <a:r>
              <a:rPr lang="en-US" sz="1000" dirty="0">
                <a:solidFill>
                  <a:srgbClr val="2C3E50"/>
                </a:solidFill>
              </a:rPr>
              <a:t>métricas</a:t>
            </a:r>
            <a:r>
              <a:rPr lang="en-US" sz="899" dirty="0">
                <a:solidFill>
                  <a:srgbClr val="2C3E50"/>
                </a:solidFill>
              </a:rPr>
              <a:t>: tiempo promedio, vehículos en taller, OTs pendientes, repuestos más usados</a:t>
            </a:r>
            <a:endParaRPr lang="en-US" sz="899" dirty="0"/>
          </a:p>
        </p:txBody>
      </p:sp>
      <p:sp>
        <p:nvSpPr>
          <p:cNvPr id="69" name="Shape 66"/>
          <p:cNvSpPr/>
          <p:nvPr/>
        </p:nvSpPr>
        <p:spPr>
          <a:xfrm>
            <a:off x="8420100" y="4602437"/>
            <a:ext cx="3067051" cy="25241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70" name="Shape 67"/>
          <p:cNvSpPr/>
          <p:nvPr/>
        </p:nvSpPr>
        <p:spPr>
          <a:xfrm>
            <a:off x="8420100" y="4835797"/>
            <a:ext cx="3067051" cy="19051"/>
          </a:xfrm>
          <a:prstGeom prst="rect">
            <a:avLst/>
          </a:prstGeom>
          <a:solidFill>
            <a:srgbClr val="E32119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71" name="Text 68"/>
          <p:cNvSpPr/>
          <p:nvPr/>
        </p:nvSpPr>
        <p:spPr>
          <a:xfrm>
            <a:off x="8420100" y="4602437"/>
            <a:ext cx="3067051" cy="263941"/>
          </a:xfrm>
          <a:prstGeom prst="rect">
            <a:avLst/>
          </a:prstGeom>
          <a:noFill/>
          <a:ln/>
        </p:spPr>
        <p:txBody>
          <a:bodyPr wrap="square" lIns="0" tIns="0" rIns="0" bIns="90763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600" b="1" kern="0" spc="1" dirty="0">
                <a:solidFill>
                  <a:srgbClr val="E32119"/>
                </a:solidFill>
              </a:rPr>
              <a:t>Beneficios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8420100" y="4950097"/>
            <a:ext cx="3067051" cy="9906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73" name="Shape 70"/>
          <p:cNvSpPr/>
          <p:nvPr/>
        </p:nvSpPr>
        <p:spPr>
          <a:xfrm>
            <a:off x="8420100" y="4950097"/>
            <a:ext cx="3067051" cy="1905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 sz="2400"/>
          </a:p>
        </p:txBody>
      </p:sp>
      <p:sp>
        <p:nvSpPr>
          <p:cNvPr id="74" name="Text 71"/>
          <p:cNvSpPr/>
          <p:nvPr/>
        </p:nvSpPr>
        <p:spPr>
          <a:xfrm>
            <a:off x="8420100" y="5112023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75" name="Text 72"/>
          <p:cNvSpPr/>
          <p:nvPr/>
        </p:nvSpPr>
        <p:spPr>
          <a:xfrm>
            <a:off x="8611791" y="5102498"/>
            <a:ext cx="2276264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Alineación al objetivo del caso práctico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8420100" y="5416823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77" name="Text 74"/>
          <p:cNvSpPr/>
          <p:nvPr/>
        </p:nvSpPr>
        <p:spPr>
          <a:xfrm>
            <a:off x="8611791" y="5407298"/>
            <a:ext cx="1048364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Facilita auditorías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8420100" y="5721623"/>
            <a:ext cx="88166" cy="1806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911" b="1" dirty="0">
                <a:solidFill>
                  <a:srgbClr val="E32119"/>
                </a:solidFill>
              </a:rPr>
              <a:t>✓</a:t>
            </a:r>
            <a:endParaRPr lang="en-US" sz="911" dirty="0"/>
          </a:p>
        </p:txBody>
      </p:sp>
      <p:sp>
        <p:nvSpPr>
          <p:cNvPr id="79" name="Text 76"/>
          <p:cNvSpPr/>
          <p:nvPr/>
        </p:nvSpPr>
        <p:spPr>
          <a:xfrm>
            <a:off x="8611791" y="5712098"/>
            <a:ext cx="1750479" cy="17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67"/>
              </a:lnSpc>
            </a:pPr>
            <a:r>
              <a:rPr lang="en-US" sz="1000" b="1" dirty="0">
                <a:solidFill>
                  <a:srgbClr val="2C3E50"/>
                </a:solidFill>
              </a:rPr>
              <a:t>Mejora de indicadores de flota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05F67-448B-3523-34D4-8DF76B7ED5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A01639E-B232-C2B9-FABC-43A37A275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s-MX">
                <a:solidFill>
                  <a:srgbClr val="FFFFFF"/>
                </a:solidFill>
              </a:rPr>
              <a:t>Tecnologías y Herramientas del Proyecto</a:t>
            </a:r>
            <a:br>
              <a:rPr lang="es-MX" b="1">
                <a:solidFill>
                  <a:srgbClr val="FFFFFF"/>
                </a:solidFill>
              </a:rPr>
            </a:br>
            <a:endParaRPr lang="es-CL">
              <a:solidFill>
                <a:srgbClr val="FFFFFF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768F34-6AAE-6C42-4AF6-C5A292458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1400" b="1">
                <a:solidFill>
                  <a:srgbClr val="FFFFFF"/>
                </a:solidFill>
              </a:rPr>
              <a:t>Tecnologías Principales</a:t>
            </a:r>
          </a:p>
          <a:p>
            <a:r>
              <a:rPr lang="es-MX" sz="1400">
                <a:solidFill>
                  <a:srgbClr val="FFFFFF"/>
                </a:solidFill>
              </a:rPr>
              <a:t>💻 HTML5</a:t>
            </a:r>
            <a:br>
              <a:rPr lang="es-MX" sz="1400">
                <a:solidFill>
                  <a:srgbClr val="FFFFFF"/>
                </a:solidFill>
              </a:rPr>
            </a:br>
            <a:r>
              <a:rPr lang="es-MX" sz="1400">
                <a:solidFill>
                  <a:srgbClr val="FFFFFF"/>
                </a:solidFill>
              </a:rPr>
              <a:t>Estructura base de todas las interfaces del sistema.</a:t>
            </a:r>
          </a:p>
          <a:p>
            <a:r>
              <a:rPr lang="es-MX" sz="1400">
                <a:solidFill>
                  <a:srgbClr val="FFFFFF"/>
                </a:solidFill>
              </a:rPr>
              <a:t>🎨 CSS3</a:t>
            </a:r>
            <a:br>
              <a:rPr lang="es-MX" sz="1400">
                <a:solidFill>
                  <a:srgbClr val="FFFFFF"/>
                </a:solidFill>
              </a:rPr>
            </a:br>
            <a:r>
              <a:rPr lang="es-MX" sz="1400">
                <a:solidFill>
                  <a:srgbClr val="FFFFFF"/>
                </a:solidFill>
              </a:rPr>
              <a:t>Diseño responsive y usabilidad (visualización en celular, tablet y PC).</a:t>
            </a:r>
          </a:p>
          <a:p>
            <a:r>
              <a:rPr lang="es-MX" sz="1400">
                <a:solidFill>
                  <a:srgbClr val="FFFFFF"/>
                </a:solidFill>
              </a:rPr>
              <a:t>🧠 JavaScript</a:t>
            </a:r>
            <a:br>
              <a:rPr lang="es-MX" sz="1400">
                <a:solidFill>
                  <a:srgbClr val="FFFFFF"/>
                </a:solidFill>
              </a:rPr>
            </a:br>
            <a:r>
              <a:rPr lang="es-MX" sz="1400">
                <a:solidFill>
                  <a:srgbClr val="FFFFFF"/>
                </a:solidFill>
              </a:rPr>
              <a:t>Interactividad y lógica del sistema: gestiona estados, pausas, agendamiento y simulaciones.</a:t>
            </a:r>
          </a:p>
          <a:p>
            <a:r>
              <a:rPr lang="es-MX" sz="1400">
                <a:solidFill>
                  <a:srgbClr val="FFFFFF"/>
                </a:solidFill>
              </a:rPr>
              <a:t>🗄️ LocalStorage / Simulación con Django</a:t>
            </a:r>
            <a:br>
              <a:rPr lang="es-MX" sz="1400">
                <a:solidFill>
                  <a:srgbClr val="FFFFFF"/>
                </a:solidFill>
              </a:rPr>
            </a:br>
            <a:r>
              <a:rPr lang="es-MX" sz="1400">
                <a:solidFill>
                  <a:srgbClr val="FFFFFF"/>
                </a:solidFill>
              </a:rPr>
              <a:t>Almacenamiento temporal de datos para validar el flujo completo sin necesidad de backend real.</a:t>
            </a:r>
          </a:p>
          <a:p>
            <a:r>
              <a:rPr lang="es-MX" sz="1400" i="1">
                <a:solidFill>
                  <a:srgbClr val="FFFFFF"/>
                </a:solidFill>
              </a:rPr>
              <a:t>Estas tecnologías permitieron desarrollar un prototipo funcional y realista, ideal para la etapa de validación.</a:t>
            </a:r>
            <a:r>
              <a:rPr lang="es-MX" sz="1400">
                <a:solidFill>
                  <a:srgbClr val="FFFFFF"/>
                </a:solidFill>
              </a:rPr>
              <a:t> </a:t>
            </a:r>
          </a:p>
          <a:p>
            <a:pPr marL="0" indent="0">
              <a:buNone/>
            </a:pPr>
            <a:r>
              <a:rPr lang="es-CL" sz="1400" b="1">
                <a:solidFill>
                  <a:srgbClr val="FFFFFF"/>
                </a:solidFill>
              </a:rPr>
              <a:t>Herramientas de Apoyo</a:t>
            </a:r>
          </a:p>
          <a:p>
            <a:pPr marL="0" indent="0">
              <a:buNone/>
            </a:pPr>
            <a:r>
              <a:rPr lang="es-CL" sz="1400">
                <a:solidFill>
                  <a:srgbClr val="FFFFFF"/>
                </a:solidFill>
              </a:rPr>
              <a:t>📊 Google Docs / Word – Documentación formal: actas, casos de uso, resúmenes.</a:t>
            </a:r>
          </a:p>
          <a:p>
            <a:pPr marL="0" indent="0">
              <a:buNone/>
            </a:pPr>
            <a:r>
              <a:rPr lang="es-MX" sz="1400">
                <a:solidFill>
                  <a:srgbClr val="FFFFFF"/>
                </a:solidFill>
              </a:rPr>
              <a:t>📅 Canva / PowerPoint – Presentaciones, cronogramas y entregables visuales.</a:t>
            </a:r>
            <a:endParaRPr lang="es-CL" sz="1400">
              <a:solidFill>
                <a:srgbClr val="FFFFFF"/>
              </a:solidFill>
            </a:endParaRPr>
          </a:p>
          <a:p>
            <a:r>
              <a:rPr lang="es-MX" sz="1400">
                <a:solidFill>
                  <a:srgbClr val="FFFFFF"/>
                </a:solidFill>
              </a:rPr>
              <a:t>🔧 GitHub – Control de versiones del proyecto.</a:t>
            </a:r>
          </a:p>
          <a:p>
            <a:pPr marL="0" indent="0">
              <a:buNone/>
            </a:pPr>
            <a:endParaRPr lang="es-MX" sz="1400">
              <a:solidFill>
                <a:srgbClr val="FFFFFF"/>
              </a:solidFill>
            </a:endParaRPr>
          </a:p>
          <a:p>
            <a:endParaRPr lang="es-CL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383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442553C-8859-682E-C5DF-3C4C5D18464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93D7128-362E-DB2D-4D01-12413B60F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CL"/>
              <a:t>Conclusión</a:t>
            </a:r>
            <a:br>
              <a:rPr lang="es-CL" b="1"/>
            </a:br>
            <a:endParaRPr lang="es-CL"/>
          </a:p>
        </p:txBody>
      </p:sp>
      <p:graphicFrame>
        <p:nvGraphicFramePr>
          <p:cNvPr id="11" name="Marcador de contenido 2">
            <a:extLst>
              <a:ext uri="{FF2B5EF4-FFF2-40B4-BE49-F238E27FC236}">
                <a16:creationId xmlns:a16="http://schemas.microsoft.com/office/drawing/2014/main" id="{8BEEC8A0-A75F-5764-F4BF-991617C09D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576962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8238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Relationship Id="rId4" Type="http://schemas.microsoft.com/office/2011/relationships/webextension" Target="webextension4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  <wetp:taskpane dockstate="right" visibility="0" width="438" row="4">
    <wetp:webextensionref xmlns:r="http://schemas.openxmlformats.org/officeDocument/2006/relationships" r:id="rId3"/>
  </wetp:taskpane>
  <wetp:taskpane dockstate="right" visibility="0" width="438" row="5">
    <wetp:webextensionref xmlns:r="http://schemas.openxmlformats.org/officeDocument/2006/relationships" r:id="rId4"/>
  </wetp:taskpane>
</wetp:taskpanes>
</file>

<file path=ppt/webextensions/webextension1.xml><?xml version="1.0" encoding="utf-8"?>
<we:webextension xmlns:we="http://schemas.microsoft.com/office/webextensions/webextension/2010/11" id="{443E90DD-8BC5-4DA8-AC45-3CA8145E6075}">
  <we:reference id="WA200003964" version="1.0.0.0" store="Omex" storeType="OMEX"/>
  <we:alternateReferences>
    <we:reference id="WA200003964" version="1.0.0.0" store="WA200003964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451E678-F236-475F-90F1-94C7FE897DC8}">
  <we:reference id="WA200001409" version="2.0.0.0" store="Omex" storeType="OMEX"/>
  <we:alternateReferences>
    <we:reference id="WA200001409" version="2.0.0.0" store="WA200001409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D8C6A4D5-9AC1-46EE-81A9-7F7785530FBD}">
  <we:reference id="wa104379997" version="3.0.0.0" store="es-ES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CAB7667D-2BFC-4318-8FC8-578D52DFDBB9}">
  <we:reference id="wa200005566" version="3.0.0.3" store="es-E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</TotalTime>
  <Words>643</Words>
  <Application>Microsoft Office PowerPoint</Application>
  <PresentationFormat>Panorámica</PresentationFormat>
  <Paragraphs>86</Paragraphs>
  <Slides>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Wingdings</vt:lpstr>
      <vt:lpstr>Wingdings 3</vt:lpstr>
      <vt:lpstr>Tema de Office</vt:lpstr>
      <vt:lpstr>   GESTIÓN DE INGRESO DE VEHÍCULOS AL TALLER  Transformación digital del taller PepsiCo Chile  </vt:lpstr>
      <vt:lpstr>Contexto </vt:lpstr>
      <vt:lpstr>Problema Clave </vt:lpstr>
      <vt:lpstr>Roles Clave y sus Desafíos </vt:lpstr>
      <vt:lpstr>Presentación de PowerPoint</vt:lpstr>
      <vt:lpstr>Tecnologías y Herramientas del Proyecto </vt:lpstr>
      <vt:lpstr>Conclusión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Yordano Jesus Cartagena Silva</dc:creator>
  <cp:lastModifiedBy>Yordano Jesus Cartagena Silva</cp:lastModifiedBy>
  <cp:revision>10</cp:revision>
  <dcterms:created xsi:type="dcterms:W3CDTF">2025-11-19T18:00:06Z</dcterms:created>
  <dcterms:modified xsi:type="dcterms:W3CDTF">2025-11-24T04:42:57Z</dcterms:modified>
</cp:coreProperties>
</file>