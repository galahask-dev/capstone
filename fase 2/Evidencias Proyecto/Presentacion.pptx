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0" r:id="rId1"/>
  </p:sldMasterIdLst>
  <p:sldIdLst>
    <p:sldId id="256" r:id="rId2"/>
    <p:sldId id="257" r:id="rId3"/>
    <p:sldId id="262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7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4" Type="http://schemas.openxmlformats.org/officeDocument/2006/relationships/image" Target="../media/image23.sv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62F86B-1F9D-43DB-85C2-4A4CCC3A3D9B}" type="doc">
      <dgm:prSet loTypeId="urn:microsoft.com/office/officeart/2005/8/layout/vProcess5" loCatId="process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42839966-EA48-453C-8881-07F154C0DCBA}">
      <dgm:prSet/>
      <dgm:spPr/>
      <dgm:t>
        <a:bodyPr/>
        <a:lstStyle/>
        <a:p>
          <a:r>
            <a:rPr lang="es-MX"/>
            <a:t>❌ Sin sistema centralizado</a:t>
          </a:r>
          <a:br>
            <a:rPr lang="es-MX"/>
          </a:br>
          <a:r>
            <a:rPr lang="es-MX"/>
            <a:t>❌ Datos dispersos y no confiables</a:t>
          </a:r>
          <a:br>
            <a:rPr lang="es-MX"/>
          </a:br>
          <a:r>
            <a:rPr lang="es-MX"/>
            <a:t>❌ No se miden tiempos reales ni productividad</a:t>
          </a:r>
          <a:br>
            <a:rPr lang="es-MX"/>
          </a:br>
          <a:r>
            <a:rPr lang="es-MX"/>
            <a:t>❌ Dificultad para gestionar pausas y repuestos</a:t>
          </a:r>
          <a:br>
            <a:rPr lang="es-MX"/>
          </a:br>
          <a:r>
            <a:rPr lang="es-MX"/>
            <a:t>❌ Documentación fuera de control</a:t>
          </a:r>
          <a:endParaRPr lang="en-US"/>
        </a:p>
      </dgm:t>
    </dgm:pt>
    <dgm:pt modelId="{A934BD73-9DD0-4EB4-937E-F2180AD52399}" type="parTrans" cxnId="{7CC3909E-801F-4CD2-8DA8-65C2B3176A18}">
      <dgm:prSet/>
      <dgm:spPr/>
      <dgm:t>
        <a:bodyPr/>
        <a:lstStyle/>
        <a:p>
          <a:endParaRPr lang="en-US"/>
        </a:p>
      </dgm:t>
    </dgm:pt>
    <dgm:pt modelId="{A7EC53CA-642A-461C-8ECB-85F73F0335D0}" type="sibTrans" cxnId="{7CC3909E-801F-4CD2-8DA8-65C2B3176A18}">
      <dgm:prSet/>
      <dgm:spPr/>
      <dgm:t>
        <a:bodyPr/>
        <a:lstStyle/>
        <a:p>
          <a:endParaRPr lang="en-US"/>
        </a:p>
      </dgm:t>
    </dgm:pt>
    <dgm:pt modelId="{BAAFFB01-E617-41A1-B295-A9EC1AA441D8}">
      <dgm:prSet/>
      <dgm:spPr/>
      <dgm:t>
        <a:bodyPr/>
        <a:lstStyle/>
        <a:p>
          <a:r>
            <a:rPr lang="es-MX"/>
            <a:t>👉 Necesidad urgente de digitalizar y automatizar el ingreso y seguimiento de vehículos.</a:t>
          </a:r>
          <a:endParaRPr lang="en-US"/>
        </a:p>
      </dgm:t>
    </dgm:pt>
    <dgm:pt modelId="{E9D318FD-E6CD-4FD1-90A1-7FA518E6D54D}" type="parTrans" cxnId="{57BC619A-D286-411C-BA93-61CCA4996C9D}">
      <dgm:prSet/>
      <dgm:spPr/>
      <dgm:t>
        <a:bodyPr/>
        <a:lstStyle/>
        <a:p>
          <a:endParaRPr lang="en-US"/>
        </a:p>
      </dgm:t>
    </dgm:pt>
    <dgm:pt modelId="{B385123E-7521-4623-A6CB-EA916B5729B4}" type="sibTrans" cxnId="{57BC619A-D286-411C-BA93-61CCA4996C9D}">
      <dgm:prSet/>
      <dgm:spPr/>
      <dgm:t>
        <a:bodyPr/>
        <a:lstStyle/>
        <a:p>
          <a:endParaRPr lang="en-US"/>
        </a:p>
      </dgm:t>
    </dgm:pt>
    <dgm:pt modelId="{56417167-531E-46DC-A1C0-7D9108F7E101}" type="pres">
      <dgm:prSet presAssocID="{5962F86B-1F9D-43DB-85C2-4A4CCC3A3D9B}" presName="outerComposite" presStyleCnt="0">
        <dgm:presLayoutVars>
          <dgm:chMax val="5"/>
          <dgm:dir/>
          <dgm:resizeHandles val="exact"/>
        </dgm:presLayoutVars>
      </dgm:prSet>
      <dgm:spPr/>
    </dgm:pt>
    <dgm:pt modelId="{D0DB6604-7D98-4945-8B55-665880D70088}" type="pres">
      <dgm:prSet presAssocID="{5962F86B-1F9D-43DB-85C2-4A4CCC3A3D9B}" presName="dummyMaxCanvas" presStyleCnt="0">
        <dgm:presLayoutVars/>
      </dgm:prSet>
      <dgm:spPr/>
    </dgm:pt>
    <dgm:pt modelId="{EF393FC8-2A9E-4C7A-BABE-670300449B79}" type="pres">
      <dgm:prSet presAssocID="{5962F86B-1F9D-43DB-85C2-4A4CCC3A3D9B}" presName="TwoNodes_1" presStyleLbl="node1" presStyleIdx="0" presStyleCnt="2">
        <dgm:presLayoutVars>
          <dgm:bulletEnabled val="1"/>
        </dgm:presLayoutVars>
      </dgm:prSet>
      <dgm:spPr/>
    </dgm:pt>
    <dgm:pt modelId="{23795FB4-83B0-420E-89E3-D112200B3E28}" type="pres">
      <dgm:prSet presAssocID="{5962F86B-1F9D-43DB-85C2-4A4CCC3A3D9B}" presName="TwoNodes_2" presStyleLbl="node1" presStyleIdx="1" presStyleCnt="2">
        <dgm:presLayoutVars>
          <dgm:bulletEnabled val="1"/>
        </dgm:presLayoutVars>
      </dgm:prSet>
      <dgm:spPr/>
    </dgm:pt>
    <dgm:pt modelId="{F7BE86B6-A375-4A30-B4B8-BDF8800E9A2B}" type="pres">
      <dgm:prSet presAssocID="{5962F86B-1F9D-43DB-85C2-4A4CCC3A3D9B}" presName="TwoConn_1-2" presStyleLbl="fgAccFollowNode1" presStyleIdx="0" presStyleCnt="1">
        <dgm:presLayoutVars>
          <dgm:bulletEnabled val="1"/>
        </dgm:presLayoutVars>
      </dgm:prSet>
      <dgm:spPr/>
    </dgm:pt>
    <dgm:pt modelId="{7BC46E5B-C12A-474C-9359-0AFC33C0702A}" type="pres">
      <dgm:prSet presAssocID="{5962F86B-1F9D-43DB-85C2-4A4CCC3A3D9B}" presName="TwoNodes_1_text" presStyleLbl="node1" presStyleIdx="1" presStyleCnt="2">
        <dgm:presLayoutVars>
          <dgm:bulletEnabled val="1"/>
        </dgm:presLayoutVars>
      </dgm:prSet>
      <dgm:spPr/>
    </dgm:pt>
    <dgm:pt modelId="{BDBF024C-B005-41B8-9E42-789D8F73EF15}" type="pres">
      <dgm:prSet presAssocID="{5962F86B-1F9D-43DB-85C2-4A4CCC3A3D9B}" presName="TwoNodes_2_text" presStyleLbl="node1" presStyleIdx="1" presStyleCnt="2">
        <dgm:presLayoutVars>
          <dgm:bulletEnabled val="1"/>
        </dgm:presLayoutVars>
      </dgm:prSet>
      <dgm:spPr/>
    </dgm:pt>
  </dgm:ptLst>
  <dgm:cxnLst>
    <dgm:cxn modelId="{1CA63E1F-221D-4C1B-B8E6-5CD4F42FDDDC}" type="presOf" srcId="{A7EC53CA-642A-461C-8ECB-85F73F0335D0}" destId="{F7BE86B6-A375-4A30-B4B8-BDF8800E9A2B}" srcOrd="0" destOrd="0" presId="urn:microsoft.com/office/officeart/2005/8/layout/vProcess5"/>
    <dgm:cxn modelId="{89015C3B-DE04-465D-B517-B8226B2C3764}" type="presOf" srcId="{BAAFFB01-E617-41A1-B295-A9EC1AA441D8}" destId="{BDBF024C-B005-41B8-9E42-789D8F73EF15}" srcOrd="1" destOrd="0" presId="urn:microsoft.com/office/officeart/2005/8/layout/vProcess5"/>
    <dgm:cxn modelId="{628C1C48-F5B9-4418-8AFA-C5CF246417AD}" type="presOf" srcId="{42839966-EA48-453C-8881-07F154C0DCBA}" destId="{EF393FC8-2A9E-4C7A-BABE-670300449B79}" srcOrd="0" destOrd="0" presId="urn:microsoft.com/office/officeart/2005/8/layout/vProcess5"/>
    <dgm:cxn modelId="{33F8626A-5451-498E-9364-226B423791BC}" type="presOf" srcId="{42839966-EA48-453C-8881-07F154C0DCBA}" destId="{7BC46E5B-C12A-474C-9359-0AFC33C0702A}" srcOrd="1" destOrd="0" presId="urn:microsoft.com/office/officeart/2005/8/layout/vProcess5"/>
    <dgm:cxn modelId="{57BC619A-D286-411C-BA93-61CCA4996C9D}" srcId="{5962F86B-1F9D-43DB-85C2-4A4CCC3A3D9B}" destId="{BAAFFB01-E617-41A1-B295-A9EC1AA441D8}" srcOrd="1" destOrd="0" parTransId="{E9D318FD-E6CD-4FD1-90A1-7FA518E6D54D}" sibTransId="{B385123E-7521-4623-A6CB-EA916B5729B4}"/>
    <dgm:cxn modelId="{7CC3909E-801F-4CD2-8DA8-65C2B3176A18}" srcId="{5962F86B-1F9D-43DB-85C2-4A4CCC3A3D9B}" destId="{42839966-EA48-453C-8881-07F154C0DCBA}" srcOrd="0" destOrd="0" parTransId="{A934BD73-9DD0-4EB4-937E-F2180AD52399}" sibTransId="{A7EC53CA-642A-461C-8ECB-85F73F0335D0}"/>
    <dgm:cxn modelId="{A6C909A7-0781-4C91-A6CC-B7C4BC202A28}" type="presOf" srcId="{BAAFFB01-E617-41A1-B295-A9EC1AA441D8}" destId="{23795FB4-83B0-420E-89E3-D112200B3E28}" srcOrd="0" destOrd="0" presId="urn:microsoft.com/office/officeart/2005/8/layout/vProcess5"/>
    <dgm:cxn modelId="{B92639E3-28E1-4FAD-91B1-5194079536AB}" type="presOf" srcId="{5962F86B-1F9D-43DB-85C2-4A4CCC3A3D9B}" destId="{56417167-531E-46DC-A1C0-7D9108F7E101}" srcOrd="0" destOrd="0" presId="urn:microsoft.com/office/officeart/2005/8/layout/vProcess5"/>
    <dgm:cxn modelId="{DDE10A1A-BB7B-4541-94A5-9E91CAA1D53E}" type="presParOf" srcId="{56417167-531E-46DC-A1C0-7D9108F7E101}" destId="{D0DB6604-7D98-4945-8B55-665880D70088}" srcOrd="0" destOrd="0" presId="urn:microsoft.com/office/officeart/2005/8/layout/vProcess5"/>
    <dgm:cxn modelId="{4C8F70E2-2180-4287-B33A-B0CFF76B8840}" type="presParOf" srcId="{56417167-531E-46DC-A1C0-7D9108F7E101}" destId="{EF393FC8-2A9E-4C7A-BABE-670300449B79}" srcOrd="1" destOrd="0" presId="urn:microsoft.com/office/officeart/2005/8/layout/vProcess5"/>
    <dgm:cxn modelId="{C1CF8A08-ABB3-4949-8555-711370C621D7}" type="presParOf" srcId="{56417167-531E-46DC-A1C0-7D9108F7E101}" destId="{23795FB4-83B0-420E-89E3-D112200B3E28}" srcOrd="2" destOrd="0" presId="urn:microsoft.com/office/officeart/2005/8/layout/vProcess5"/>
    <dgm:cxn modelId="{B1751F85-1D54-4137-896A-488CA58FC070}" type="presParOf" srcId="{56417167-531E-46DC-A1C0-7D9108F7E101}" destId="{F7BE86B6-A375-4A30-B4B8-BDF8800E9A2B}" srcOrd="3" destOrd="0" presId="urn:microsoft.com/office/officeart/2005/8/layout/vProcess5"/>
    <dgm:cxn modelId="{5BD4C0E1-6D60-4290-A251-4500562735F3}" type="presParOf" srcId="{56417167-531E-46DC-A1C0-7D9108F7E101}" destId="{7BC46E5B-C12A-474C-9359-0AFC33C0702A}" srcOrd="4" destOrd="0" presId="urn:microsoft.com/office/officeart/2005/8/layout/vProcess5"/>
    <dgm:cxn modelId="{5B94FAE7-3AC0-48E2-8A45-ED7840EDED7A}" type="presParOf" srcId="{56417167-531E-46DC-A1C0-7D9108F7E101}" destId="{BDBF024C-B005-41B8-9E42-789D8F73EF15}" srcOrd="5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9150455-291A-47B0-AF3F-AAA796C6051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7D0689F-346C-48BC-AFDB-11C67335A302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Optimización de tiempos → Registro rápido, sin duplicados</a:t>
          </a:r>
          <a:endParaRPr lang="en-US"/>
        </a:p>
      </dgm:t>
    </dgm:pt>
    <dgm:pt modelId="{AB3F0D5C-80C3-4275-B2DB-4E9013B8F604}" type="parTrans" cxnId="{17F3A7DA-49AD-4607-A9C2-DC10EEB866E8}">
      <dgm:prSet/>
      <dgm:spPr/>
      <dgm:t>
        <a:bodyPr/>
        <a:lstStyle/>
        <a:p>
          <a:endParaRPr lang="en-US"/>
        </a:p>
      </dgm:t>
    </dgm:pt>
    <dgm:pt modelId="{097FC96F-51CE-4CBE-A090-6276747E1357}" type="sibTrans" cxnId="{17F3A7DA-49AD-4607-A9C2-DC10EEB866E8}">
      <dgm:prSet/>
      <dgm:spPr/>
      <dgm:t>
        <a:bodyPr/>
        <a:lstStyle/>
        <a:p>
          <a:endParaRPr lang="en-US"/>
        </a:p>
      </dgm:t>
    </dgm:pt>
    <dgm:pt modelId="{3F3FAA2C-DFA8-4D5D-A468-977A96AF105B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Mayor coordinación → Todos ven el mismo estado en tiempo real</a:t>
          </a:r>
          <a:endParaRPr lang="en-US"/>
        </a:p>
      </dgm:t>
    </dgm:pt>
    <dgm:pt modelId="{E93F03BA-8EF2-4B93-B6BF-AB7F7F94B354}" type="parTrans" cxnId="{70D0C732-78A8-485F-84C9-0DB2BAA8F46A}">
      <dgm:prSet/>
      <dgm:spPr/>
      <dgm:t>
        <a:bodyPr/>
        <a:lstStyle/>
        <a:p>
          <a:endParaRPr lang="en-US"/>
        </a:p>
      </dgm:t>
    </dgm:pt>
    <dgm:pt modelId="{56EC775C-5187-4BE3-8388-ECB24314E30A}" type="sibTrans" cxnId="{70D0C732-78A8-485F-84C9-0DB2BAA8F46A}">
      <dgm:prSet/>
      <dgm:spPr/>
      <dgm:t>
        <a:bodyPr/>
        <a:lstStyle/>
        <a:p>
          <a:endParaRPr lang="en-US"/>
        </a:p>
      </dgm:t>
    </dgm:pt>
    <dgm:pt modelId="{C577ECC0-4D08-4A21-B626-0DBB2D191156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Trazabilidad total → Desde ingreso hasta salida</a:t>
          </a:r>
          <a:endParaRPr lang="en-US"/>
        </a:p>
      </dgm:t>
    </dgm:pt>
    <dgm:pt modelId="{4DC8C824-3400-49D7-A812-5E5DBFE749D9}" type="parTrans" cxnId="{92A15079-C56F-48E7-843A-5765B0E45F63}">
      <dgm:prSet/>
      <dgm:spPr/>
      <dgm:t>
        <a:bodyPr/>
        <a:lstStyle/>
        <a:p>
          <a:endParaRPr lang="en-US"/>
        </a:p>
      </dgm:t>
    </dgm:pt>
    <dgm:pt modelId="{A436545F-889C-43DD-9291-7099F68A451C}" type="sibTrans" cxnId="{92A15079-C56F-48E7-843A-5765B0E45F63}">
      <dgm:prSet/>
      <dgm:spPr/>
      <dgm:t>
        <a:bodyPr/>
        <a:lstStyle/>
        <a:p>
          <a:endParaRPr lang="en-US"/>
        </a:p>
      </dgm:t>
    </dgm:pt>
    <dgm:pt modelId="{DE35F02F-BFBE-4F2E-9294-2D8A77C603F2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Reportes confiables→ KPIs reales para toma de decisiones</a:t>
          </a:r>
          <a:endParaRPr lang="en-US"/>
        </a:p>
      </dgm:t>
    </dgm:pt>
    <dgm:pt modelId="{9AF066FE-CDA3-4886-AFB5-CF96D58438CF}" type="parTrans" cxnId="{5FA5833F-FC86-48B7-8B6E-50A30950CA52}">
      <dgm:prSet/>
      <dgm:spPr/>
      <dgm:t>
        <a:bodyPr/>
        <a:lstStyle/>
        <a:p>
          <a:endParaRPr lang="en-US"/>
        </a:p>
      </dgm:t>
    </dgm:pt>
    <dgm:pt modelId="{BB61542D-07C6-4C3B-B514-784088CC008F}" type="sibTrans" cxnId="{5FA5833F-FC86-48B7-8B6E-50A30950CA52}">
      <dgm:prSet/>
      <dgm:spPr/>
      <dgm:t>
        <a:bodyPr/>
        <a:lstStyle/>
        <a:p>
          <a:endParaRPr lang="en-US"/>
        </a:p>
      </dgm:t>
    </dgm:pt>
    <dgm:pt modelId="{2E28A21F-B8CF-4050-907D-5185B5C004EC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Seguridad en la información→ Perfiles y permisos por rol</a:t>
          </a:r>
          <a:endParaRPr lang="en-US"/>
        </a:p>
      </dgm:t>
    </dgm:pt>
    <dgm:pt modelId="{85DFFD34-8ED3-4208-BE81-E148B0FDCE53}" type="parTrans" cxnId="{F7BE9B7E-BB8C-4E80-99B1-47BE83024645}">
      <dgm:prSet/>
      <dgm:spPr/>
      <dgm:t>
        <a:bodyPr/>
        <a:lstStyle/>
        <a:p>
          <a:endParaRPr lang="en-US"/>
        </a:p>
      </dgm:t>
    </dgm:pt>
    <dgm:pt modelId="{E54F78A6-2445-4474-BB18-64264E84EA7B}" type="sibTrans" cxnId="{F7BE9B7E-BB8C-4E80-99B1-47BE83024645}">
      <dgm:prSet/>
      <dgm:spPr/>
      <dgm:t>
        <a:bodyPr/>
        <a:lstStyle/>
        <a:p>
          <a:endParaRPr lang="en-US"/>
        </a:p>
      </dgm:t>
    </dgm:pt>
    <dgm:pt modelId="{991CF6BD-EA2A-4632-9473-91901E700858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Usabilidad garantizada→ Web responsiva, funciona en celular</a:t>
          </a:r>
          <a:endParaRPr lang="en-US"/>
        </a:p>
      </dgm:t>
    </dgm:pt>
    <dgm:pt modelId="{89054D59-9BA7-4AE5-9BB1-BA44974C661F}" type="parTrans" cxnId="{89FE2186-0CDE-4FD4-B459-F2600D33CE8F}">
      <dgm:prSet/>
      <dgm:spPr/>
      <dgm:t>
        <a:bodyPr/>
        <a:lstStyle/>
        <a:p>
          <a:endParaRPr lang="en-US"/>
        </a:p>
      </dgm:t>
    </dgm:pt>
    <dgm:pt modelId="{CF128CBE-991E-4D1D-AD8F-6BE3AED55103}" type="sibTrans" cxnId="{89FE2186-0CDE-4FD4-B459-F2600D33CE8F}">
      <dgm:prSet/>
      <dgm:spPr/>
      <dgm:t>
        <a:bodyPr/>
        <a:lstStyle/>
        <a:p>
          <a:endParaRPr lang="en-US"/>
        </a:p>
      </dgm:t>
    </dgm:pt>
    <dgm:pt modelId="{D5010702-CF1A-4A84-B8B9-1B67D39D1C63}" type="pres">
      <dgm:prSet presAssocID="{A9150455-291A-47B0-AF3F-AAA796C6051C}" presName="root" presStyleCnt="0">
        <dgm:presLayoutVars>
          <dgm:dir/>
          <dgm:resizeHandles val="exact"/>
        </dgm:presLayoutVars>
      </dgm:prSet>
      <dgm:spPr/>
    </dgm:pt>
    <dgm:pt modelId="{82DBDD13-637C-4A76-8FDC-A110EA00CBDE}" type="pres">
      <dgm:prSet presAssocID="{57D0689F-346C-48BC-AFDB-11C67335A302}" presName="compNode" presStyleCnt="0"/>
      <dgm:spPr/>
    </dgm:pt>
    <dgm:pt modelId="{E17ECD40-012B-4D30-A599-0E855D58BC33}" type="pres">
      <dgm:prSet presAssocID="{57D0689F-346C-48BC-AFDB-11C67335A302}" presName="bgRect" presStyleLbl="bgShp" presStyleIdx="0" presStyleCnt="6"/>
      <dgm:spPr/>
    </dgm:pt>
    <dgm:pt modelId="{E8E0C71F-C8AB-46AA-870C-56096A872CB7}" type="pres">
      <dgm:prSet presAssocID="{57D0689F-346C-48BC-AFDB-11C67335A30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5006634-188D-40F0-AFE9-E1C95FFEF5A4}" type="pres">
      <dgm:prSet presAssocID="{57D0689F-346C-48BC-AFDB-11C67335A302}" presName="spaceRect" presStyleCnt="0"/>
      <dgm:spPr/>
    </dgm:pt>
    <dgm:pt modelId="{84E72B21-7F56-43D9-99AC-A1DD79D1D437}" type="pres">
      <dgm:prSet presAssocID="{57D0689F-346C-48BC-AFDB-11C67335A302}" presName="parTx" presStyleLbl="revTx" presStyleIdx="0" presStyleCnt="6">
        <dgm:presLayoutVars>
          <dgm:chMax val="0"/>
          <dgm:chPref val="0"/>
        </dgm:presLayoutVars>
      </dgm:prSet>
      <dgm:spPr/>
    </dgm:pt>
    <dgm:pt modelId="{585033F9-8233-44A6-B9D3-6C8E5018E179}" type="pres">
      <dgm:prSet presAssocID="{097FC96F-51CE-4CBE-A090-6276747E1357}" presName="sibTrans" presStyleCnt="0"/>
      <dgm:spPr/>
    </dgm:pt>
    <dgm:pt modelId="{BCDF18AC-471A-4ECA-A735-098970EE5E78}" type="pres">
      <dgm:prSet presAssocID="{3F3FAA2C-DFA8-4D5D-A468-977A96AF105B}" presName="compNode" presStyleCnt="0"/>
      <dgm:spPr/>
    </dgm:pt>
    <dgm:pt modelId="{0C3DB693-63FF-43EA-A1FD-84D23EFC2449}" type="pres">
      <dgm:prSet presAssocID="{3F3FAA2C-DFA8-4D5D-A468-977A96AF105B}" presName="bgRect" presStyleLbl="bgShp" presStyleIdx="1" presStyleCnt="6"/>
      <dgm:spPr/>
    </dgm:pt>
    <dgm:pt modelId="{1C78901B-EC07-4604-A01E-CA79CF3A14FC}" type="pres">
      <dgm:prSet presAssocID="{3F3FAA2C-DFA8-4D5D-A468-977A96AF105B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lámpagos"/>
        </a:ext>
      </dgm:extLst>
    </dgm:pt>
    <dgm:pt modelId="{86289F72-2C84-43F4-9FF9-503949388FBA}" type="pres">
      <dgm:prSet presAssocID="{3F3FAA2C-DFA8-4D5D-A468-977A96AF105B}" presName="spaceRect" presStyleCnt="0"/>
      <dgm:spPr/>
    </dgm:pt>
    <dgm:pt modelId="{E28D3E92-1AF4-497D-A542-53A965E8F38E}" type="pres">
      <dgm:prSet presAssocID="{3F3FAA2C-DFA8-4D5D-A468-977A96AF105B}" presName="parTx" presStyleLbl="revTx" presStyleIdx="1" presStyleCnt="6">
        <dgm:presLayoutVars>
          <dgm:chMax val="0"/>
          <dgm:chPref val="0"/>
        </dgm:presLayoutVars>
      </dgm:prSet>
      <dgm:spPr/>
    </dgm:pt>
    <dgm:pt modelId="{42F0EB89-4236-413B-888C-89C6326276CE}" type="pres">
      <dgm:prSet presAssocID="{56EC775C-5187-4BE3-8388-ECB24314E30A}" presName="sibTrans" presStyleCnt="0"/>
      <dgm:spPr/>
    </dgm:pt>
    <dgm:pt modelId="{6366061D-3856-48F4-B8BE-22B50C532677}" type="pres">
      <dgm:prSet presAssocID="{C577ECC0-4D08-4A21-B626-0DBB2D191156}" presName="compNode" presStyleCnt="0"/>
      <dgm:spPr/>
    </dgm:pt>
    <dgm:pt modelId="{7DFD0CF6-E991-478F-8849-FFB7EA1B4FB0}" type="pres">
      <dgm:prSet presAssocID="{C577ECC0-4D08-4A21-B626-0DBB2D191156}" presName="bgRect" presStyleLbl="bgShp" presStyleIdx="2" presStyleCnt="6"/>
      <dgm:spPr/>
    </dgm:pt>
    <dgm:pt modelId="{75ABFE76-FEEA-4562-B390-38172BD3D82C}" type="pres">
      <dgm:prSet presAssocID="{C577ECC0-4D08-4A21-B626-0DBB2D19115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gar"/>
        </a:ext>
      </dgm:extLst>
    </dgm:pt>
    <dgm:pt modelId="{742BCB50-C9F2-4022-BD0B-2F98EBEDE8AA}" type="pres">
      <dgm:prSet presAssocID="{C577ECC0-4D08-4A21-B626-0DBB2D191156}" presName="spaceRect" presStyleCnt="0"/>
      <dgm:spPr/>
    </dgm:pt>
    <dgm:pt modelId="{1D1A6319-B5D8-49CC-BE29-FBDB4E8FF3D9}" type="pres">
      <dgm:prSet presAssocID="{C577ECC0-4D08-4A21-B626-0DBB2D191156}" presName="parTx" presStyleLbl="revTx" presStyleIdx="2" presStyleCnt="6">
        <dgm:presLayoutVars>
          <dgm:chMax val="0"/>
          <dgm:chPref val="0"/>
        </dgm:presLayoutVars>
      </dgm:prSet>
      <dgm:spPr/>
    </dgm:pt>
    <dgm:pt modelId="{957C2C0C-A656-4A58-A8BB-38233BC12721}" type="pres">
      <dgm:prSet presAssocID="{A436545F-889C-43DD-9291-7099F68A451C}" presName="sibTrans" presStyleCnt="0"/>
      <dgm:spPr/>
    </dgm:pt>
    <dgm:pt modelId="{F1491BBC-DBC1-435F-9A5B-5D7D4036112D}" type="pres">
      <dgm:prSet presAssocID="{DE35F02F-BFBE-4F2E-9294-2D8A77C603F2}" presName="compNode" presStyleCnt="0"/>
      <dgm:spPr/>
    </dgm:pt>
    <dgm:pt modelId="{BBA7B1AD-1E47-474E-AB60-7E3FE8E6285A}" type="pres">
      <dgm:prSet presAssocID="{DE35F02F-BFBE-4F2E-9294-2D8A77C603F2}" presName="bgRect" presStyleLbl="bgShp" presStyleIdx="3" presStyleCnt="6"/>
      <dgm:spPr/>
    </dgm:pt>
    <dgm:pt modelId="{544DED76-0E28-40D5-960C-66F2A4FC8821}" type="pres">
      <dgm:prSet presAssocID="{DE35F02F-BFBE-4F2E-9294-2D8A77C603F2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2D47752-FB4F-4244-BB47-62D10982F69D}" type="pres">
      <dgm:prSet presAssocID="{DE35F02F-BFBE-4F2E-9294-2D8A77C603F2}" presName="spaceRect" presStyleCnt="0"/>
      <dgm:spPr/>
    </dgm:pt>
    <dgm:pt modelId="{0D0E8F0C-05CC-429D-B7DC-DC3C81402655}" type="pres">
      <dgm:prSet presAssocID="{DE35F02F-BFBE-4F2E-9294-2D8A77C603F2}" presName="parTx" presStyleLbl="revTx" presStyleIdx="3" presStyleCnt="6">
        <dgm:presLayoutVars>
          <dgm:chMax val="0"/>
          <dgm:chPref val="0"/>
        </dgm:presLayoutVars>
      </dgm:prSet>
      <dgm:spPr/>
    </dgm:pt>
    <dgm:pt modelId="{7D3ED6ED-842A-4882-AAFC-1BC284B68F78}" type="pres">
      <dgm:prSet presAssocID="{BB61542D-07C6-4C3B-B514-784088CC008F}" presName="sibTrans" presStyleCnt="0"/>
      <dgm:spPr/>
    </dgm:pt>
    <dgm:pt modelId="{EFA9B952-FAB1-4BB5-AA1C-E074850E7048}" type="pres">
      <dgm:prSet presAssocID="{2E28A21F-B8CF-4050-907D-5185B5C004EC}" presName="compNode" presStyleCnt="0"/>
      <dgm:spPr/>
    </dgm:pt>
    <dgm:pt modelId="{63EA876C-EAA5-4BE3-9703-3769E75E98BB}" type="pres">
      <dgm:prSet presAssocID="{2E28A21F-B8CF-4050-907D-5185B5C004EC}" presName="bgRect" presStyleLbl="bgShp" presStyleIdx="4" presStyleCnt="6"/>
      <dgm:spPr/>
    </dgm:pt>
    <dgm:pt modelId="{A2338177-3403-4AAD-BBAA-11758C9B808A}" type="pres">
      <dgm:prSet presAssocID="{2E28A21F-B8CF-4050-907D-5185B5C004EC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BF3B5A5F-33D6-4B99-97FF-AE5D2BC7D752}" type="pres">
      <dgm:prSet presAssocID="{2E28A21F-B8CF-4050-907D-5185B5C004EC}" presName="spaceRect" presStyleCnt="0"/>
      <dgm:spPr/>
    </dgm:pt>
    <dgm:pt modelId="{0D3EDEEF-4780-4FA7-BD63-4C9AD5FF9AD2}" type="pres">
      <dgm:prSet presAssocID="{2E28A21F-B8CF-4050-907D-5185B5C004EC}" presName="parTx" presStyleLbl="revTx" presStyleIdx="4" presStyleCnt="6">
        <dgm:presLayoutVars>
          <dgm:chMax val="0"/>
          <dgm:chPref val="0"/>
        </dgm:presLayoutVars>
      </dgm:prSet>
      <dgm:spPr/>
    </dgm:pt>
    <dgm:pt modelId="{36DB4F4F-67EE-469B-85C8-59979B92C0F2}" type="pres">
      <dgm:prSet presAssocID="{E54F78A6-2445-4474-BB18-64264E84EA7B}" presName="sibTrans" presStyleCnt="0"/>
      <dgm:spPr/>
    </dgm:pt>
    <dgm:pt modelId="{7021F855-C1F3-459A-9695-937BEF77027E}" type="pres">
      <dgm:prSet presAssocID="{991CF6BD-EA2A-4632-9473-91901E700858}" presName="compNode" presStyleCnt="0"/>
      <dgm:spPr/>
    </dgm:pt>
    <dgm:pt modelId="{7B3D954A-5D29-44AE-9302-95B1AA2E8025}" type="pres">
      <dgm:prSet presAssocID="{991CF6BD-EA2A-4632-9473-91901E700858}" presName="bgRect" presStyleLbl="bgShp" presStyleIdx="5" presStyleCnt="6"/>
      <dgm:spPr/>
    </dgm:pt>
    <dgm:pt modelId="{C569462E-279F-4178-860E-5BE4F8E06402}" type="pres">
      <dgm:prSet presAssocID="{991CF6BD-EA2A-4632-9473-91901E70085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5616BE1C-8860-4A37-8961-24FBCBBE7515}" type="pres">
      <dgm:prSet presAssocID="{991CF6BD-EA2A-4632-9473-91901E700858}" presName="spaceRect" presStyleCnt="0"/>
      <dgm:spPr/>
    </dgm:pt>
    <dgm:pt modelId="{8BE18ECF-7FC7-43A1-8102-69081F333A2D}" type="pres">
      <dgm:prSet presAssocID="{991CF6BD-EA2A-4632-9473-91901E70085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128C6003-3C2F-4A9D-A140-9F076DEBA544}" type="presOf" srcId="{991CF6BD-EA2A-4632-9473-91901E700858}" destId="{8BE18ECF-7FC7-43A1-8102-69081F333A2D}" srcOrd="0" destOrd="0" presId="urn:microsoft.com/office/officeart/2018/2/layout/IconVerticalSolidList"/>
    <dgm:cxn modelId="{70D0C732-78A8-485F-84C9-0DB2BAA8F46A}" srcId="{A9150455-291A-47B0-AF3F-AAA796C6051C}" destId="{3F3FAA2C-DFA8-4D5D-A468-977A96AF105B}" srcOrd="1" destOrd="0" parTransId="{E93F03BA-8EF2-4B93-B6BF-AB7F7F94B354}" sibTransId="{56EC775C-5187-4BE3-8388-ECB24314E30A}"/>
    <dgm:cxn modelId="{4575B93E-DC40-40C9-A3DB-0E53738410D4}" type="presOf" srcId="{C577ECC0-4D08-4A21-B626-0DBB2D191156}" destId="{1D1A6319-B5D8-49CC-BE29-FBDB4E8FF3D9}" srcOrd="0" destOrd="0" presId="urn:microsoft.com/office/officeart/2018/2/layout/IconVerticalSolidList"/>
    <dgm:cxn modelId="{5FA5833F-FC86-48B7-8B6E-50A30950CA52}" srcId="{A9150455-291A-47B0-AF3F-AAA796C6051C}" destId="{DE35F02F-BFBE-4F2E-9294-2D8A77C603F2}" srcOrd="3" destOrd="0" parTransId="{9AF066FE-CDA3-4886-AFB5-CF96D58438CF}" sibTransId="{BB61542D-07C6-4C3B-B514-784088CC008F}"/>
    <dgm:cxn modelId="{0C42CC6D-DE9F-475C-A24F-49CD49009B42}" type="presOf" srcId="{A9150455-291A-47B0-AF3F-AAA796C6051C}" destId="{D5010702-CF1A-4A84-B8B9-1B67D39D1C63}" srcOrd="0" destOrd="0" presId="urn:microsoft.com/office/officeart/2018/2/layout/IconVerticalSolidList"/>
    <dgm:cxn modelId="{F30BE474-B122-474E-86D8-0FC58BC29B25}" type="presOf" srcId="{2E28A21F-B8CF-4050-907D-5185B5C004EC}" destId="{0D3EDEEF-4780-4FA7-BD63-4C9AD5FF9AD2}" srcOrd="0" destOrd="0" presId="urn:microsoft.com/office/officeart/2018/2/layout/IconVerticalSolidList"/>
    <dgm:cxn modelId="{92A15079-C56F-48E7-843A-5765B0E45F63}" srcId="{A9150455-291A-47B0-AF3F-AAA796C6051C}" destId="{C577ECC0-4D08-4A21-B626-0DBB2D191156}" srcOrd="2" destOrd="0" parTransId="{4DC8C824-3400-49D7-A812-5E5DBFE749D9}" sibTransId="{A436545F-889C-43DD-9291-7099F68A451C}"/>
    <dgm:cxn modelId="{F7BE9B7E-BB8C-4E80-99B1-47BE83024645}" srcId="{A9150455-291A-47B0-AF3F-AAA796C6051C}" destId="{2E28A21F-B8CF-4050-907D-5185B5C004EC}" srcOrd="4" destOrd="0" parTransId="{85DFFD34-8ED3-4208-BE81-E148B0FDCE53}" sibTransId="{E54F78A6-2445-4474-BB18-64264E84EA7B}"/>
    <dgm:cxn modelId="{89FE2186-0CDE-4FD4-B459-F2600D33CE8F}" srcId="{A9150455-291A-47B0-AF3F-AAA796C6051C}" destId="{991CF6BD-EA2A-4632-9473-91901E700858}" srcOrd="5" destOrd="0" parTransId="{89054D59-9BA7-4AE5-9BB1-BA44974C661F}" sibTransId="{CF128CBE-991E-4D1D-AD8F-6BE3AED55103}"/>
    <dgm:cxn modelId="{457CF59E-7F59-40D6-A01F-58B531D8AF27}" type="presOf" srcId="{3F3FAA2C-DFA8-4D5D-A468-977A96AF105B}" destId="{E28D3E92-1AF4-497D-A542-53A965E8F38E}" srcOrd="0" destOrd="0" presId="urn:microsoft.com/office/officeart/2018/2/layout/IconVerticalSolidList"/>
    <dgm:cxn modelId="{17F3A7DA-49AD-4607-A9C2-DC10EEB866E8}" srcId="{A9150455-291A-47B0-AF3F-AAA796C6051C}" destId="{57D0689F-346C-48BC-AFDB-11C67335A302}" srcOrd="0" destOrd="0" parTransId="{AB3F0D5C-80C3-4275-B2DB-4E9013B8F604}" sibTransId="{097FC96F-51CE-4CBE-A090-6276747E1357}"/>
    <dgm:cxn modelId="{407974E9-2CD7-408D-B58E-EE0881AF18DB}" type="presOf" srcId="{57D0689F-346C-48BC-AFDB-11C67335A302}" destId="{84E72B21-7F56-43D9-99AC-A1DD79D1D437}" srcOrd="0" destOrd="0" presId="urn:microsoft.com/office/officeart/2018/2/layout/IconVerticalSolidList"/>
    <dgm:cxn modelId="{A55742FB-B996-4478-97D7-902944C63B34}" type="presOf" srcId="{DE35F02F-BFBE-4F2E-9294-2D8A77C603F2}" destId="{0D0E8F0C-05CC-429D-B7DC-DC3C81402655}" srcOrd="0" destOrd="0" presId="urn:microsoft.com/office/officeart/2018/2/layout/IconVerticalSolidList"/>
    <dgm:cxn modelId="{471AC7FF-9C79-4502-BC39-5833A4336531}" type="presParOf" srcId="{D5010702-CF1A-4A84-B8B9-1B67D39D1C63}" destId="{82DBDD13-637C-4A76-8FDC-A110EA00CBDE}" srcOrd="0" destOrd="0" presId="urn:microsoft.com/office/officeart/2018/2/layout/IconVerticalSolidList"/>
    <dgm:cxn modelId="{A48321D6-E1D9-43E7-874C-A4433A3421E6}" type="presParOf" srcId="{82DBDD13-637C-4A76-8FDC-A110EA00CBDE}" destId="{E17ECD40-012B-4D30-A599-0E855D58BC33}" srcOrd="0" destOrd="0" presId="urn:microsoft.com/office/officeart/2018/2/layout/IconVerticalSolidList"/>
    <dgm:cxn modelId="{8742FB6E-41E9-4BF7-8717-AF65C45556EB}" type="presParOf" srcId="{82DBDD13-637C-4A76-8FDC-A110EA00CBDE}" destId="{E8E0C71F-C8AB-46AA-870C-56096A872CB7}" srcOrd="1" destOrd="0" presId="urn:microsoft.com/office/officeart/2018/2/layout/IconVerticalSolidList"/>
    <dgm:cxn modelId="{26CE89EB-CD65-4771-BE8A-E814DC612610}" type="presParOf" srcId="{82DBDD13-637C-4A76-8FDC-A110EA00CBDE}" destId="{55006634-188D-40F0-AFE9-E1C95FFEF5A4}" srcOrd="2" destOrd="0" presId="urn:microsoft.com/office/officeart/2018/2/layout/IconVerticalSolidList"/>
    <dgm:cxn modelId="{BE4168A8-A61E-4AE1-B391-5AA30ADB1AD8}" type="presParOf" srcId="{82DBDD13-637C-4A76-8FDC-A110EA00CBDE}" destId="{84E72B21-7F56-43D9-99AC-A1DD79D1D437}" srcOrd="3" destOrd="0" presId="urn:microsoft.com/office/officeart/2018/2/layout/IconVerticalSolidList"/>
    <dgm:cxn modelId="{CD61F907-7265-4199-BCF8-C6DD250D6F74}" type="presParOf" srcId="{D5010702-CF1A-4A84-B8B9-1B67D39D1C63}" destId="{585033F9-8233-44A6-B9D3-6C8E5018E179}" srcOrd="1" destOrd="0" presId="urn:microsoft.com/office/officeart/2018/2/layout/IconVerticalSolidList"/>
    <dgm:cxn modelId="{A1AB2ABC-A00F-416A-A9BE-C4004DDD8708}" type="presParOf" srcId="{D5010702-CF1A-4A84-B8B9-1B67D39D1C63}" destId="{BCDF18AC-471A-4ECA-A735-098970EE5E78}" srcOrd="2" destOrd="0" presId="urn:microsoft.com/office/officeart/2018/2/layout/IconVerticalSolidList"/>
    <dgm:cxn modelId="{987A4973-B6D2-46D8-A51D-B6387C12FF7F}" type="presParOf" srcId="{BCDF18AC-471A-4ECA-A735-098970EE5E78}" destId="{0C3DB693-63FF-43EA-A1FD-84D23EFC2449}" srcOrd="0" destOrd="0" presId="urn:microsoft.com/office/officeart/2018/2/layout/IconVerticalSolidList"/>
    <dgm:cxn modelId="{CA42D353-9839-47C6-8774-1CE775C5F54C}" type="presParOf" srcId="{BCDF18AC-471A-4ECA-A735-098970EE5E78}" destId="{1C78901B-EC07-4604-A01E-CA79CF3A14FC}" srcOrd="1" destOrd="0" presId="urn:microsoft.com/office/officeart/2018/2/layout/IconVerticalSolidList"/>
    <dgm:cxn modelId="{CC9511C5-B695-47EE-88CB-CE22B15C5C8A}" type="presParOf" srcId="{BCDF18AC-471A-4ECA-A735-098970EE5E78}" destId="{86289F72-2C84-43F4-9FF9-503949388FBA}" srcOrd="2" destOrd="0" presId="urn:microsoft.com/office/officeart/2018/2/layout/IconVerticalSolidList"/>
    <dgm:cxn modelId="{083AE2A2-A696-4C25-B25D-11CCF4CE6A69}" type="presParOf" srcId="{BCDF18AC-471A-4ECA-A735-098970EE5E78}" destId="{E28D3E92-1AF4-497D-A542-53A965E8F38E}" srcOrd="3" destOrd="0" presId="urn:microsoft.com/office/officeart/2018/2/layout/IconVerticalSolidList"/>
    <dgm:cxn modelId="{D46E43C6-8DC7-4D4D-BE8E-64D17640222E}" type="presParOf" srcId="{D5010702-CF1A-4A84-B8B9-1B67D39D1C63}" destId="{42F0EB89-4236-413B-888C-89C6326276CE}" srcOrd="3" destOrd="0" presId="urn:microsoft.com/office/officeart/2018/2/layout/IconVerticalSolidList"/>
    <dgm:cxn modelId="{20016B69-6C85-4118-BA93-F6B2FC356A5E}" type="presParOf" srcId="{D5010702-CF1A-4A84-B8B9-1B67D39D1C63}" destId="{6366061D-3856-48F4-B8BE-22B50C532677}" srcOrd="4" destOrd="0" presId="urn:microsoft.com/office/officeart/2018/2/layout/IconVerticalSolidList"/>
    <dgm:cxn modelId="{FA3FDC77-5EB7-4D54-BA98-AA612CBD376D}" type="presParOf" srcId="{6366061D-3856-48F4-B8BE-22B50C532677}" destId="{7DFD0CF6-E991-478F-8849-FFB7EA1B4FB0}" srcOrd="0" destOrd="0" presId="urn:microsoft.com/office/officeart/2018/2/layout/IconVerticalSolidList"/>
    <dgm:cxn modelId="{CF0D1FE5-9BDA-4B48-BCB6-39DAAAE92C20}" type="presParOf" srcId="{6366061D-3856-48F4-B8BE-22B50C532677}" destId="{75ABFE76-FEEA-4562-B390-38172BD3D82C}" srcOrd="1" destOrd="0" presId="urn:microsoft.com/office/officeart/2018/2/layout/IconVerticalSolidList"/>
    <dgm:cxn modelId="{CEDAED70-DC07-4BE4-930C-4BC7B38E54A9}" type="presParOf" srcId="{6366061D-3856-48F4-B8BE-22B50C532677}" destId="{742BCB50-C9F2-4022-BD0B-2F98EBEDE8AA}" srcOrd="2" destOrd="0" presId="urn:microsoft.com/office/officeart/2018/2/layout/IconVerticalSolidList"/>
    <dgm:cxn modelId="{71E9748F-E170-47BF-AB5B-7E38ED3E1388}" type="presParOf" srcId="{6366061D-3856-48F4-B8BE-22B50C532677}" destId="{1D1A6319-B5D8-49CC-BE29-FBDB4E8FF3D9}" srcOrd="3" destOrd="0" presId="urn:microsoft.com/office/officeart/2018/2/layout/IconVerticalSolidList"/>
    <dgm:cxn modelId="{1956FFAD-7C27-42C8-83C8-AAC15EDAB42A}" type="presParOf" srcId="{D5010702-CF1A-4A84-B8B9-1B67D39D1C63}" destId="{957C2C0C-A656-4A58-A8BB-38233BC12721}" srcOrd="5" destOrd="0" presId="urn:microsoft.com/office/officeart/2018/2/layout/IconVerticalSolidList"/>
    <dgm:cxn modelId="{50E9DB6D-3364-4964-980D-3EFF5FF050D7}" type="presParOf" srcId="{D5010702-CF1A-4A84-B8B9-1B67D39D1C63}" destId="{F1491BBC-DBC1-435F-9A5B-5D7D4036112D}" srcOrd="6" destOrd="0" presId="urn:microsoft.com/office/officeart/2018/2/layout/IconVerticalSolidList"/>
    <dgm:cxn modelId="{6A76FB41-E2D1-43AE-9D11-902CC330B9E4}" type="presParOf" srcId="{F1491BBC-DBC1-435F-9A5B-5D7D4036112D}" destId="{BBA7B1AD-1E47-474E-AB60-7E3FE8E6285A}" srcOrd="0" destOrd="0" presId="urn:microsoft.com/office/officeart/2018/2/layout/IconVerticalSolidList"/>
    <dgm:cxn modelId="{AAFFBE86-AAB7-4F4E-9F68-3990275B1C8F}" type="presParOf" srcId="{F1491BBC-DBC1-435F-9A5B-5D7D4036112D}" destId="{544DED76-0E28-40D5-960C-66F2A4FC8821}" srcOrd="1" destOrd="0" presId="urn:microsoft.com/office/officeart/2018/2/layout/IconVerticalSolidList"/>
    <dgm:cxn modelId="{79B833F1-3640-4946-B448-A232EE867FDC}" type="presParOf" srcId="{F1491BBC-DBC1-435F-9A5B-5D7D4036112D}" destId="{E2D47752-FB4F-4244-BB47-62D10982F69D}" srcOrd="2" destOrd="0" presId="urn:microsoft.com/office/officeart/2018/2/layout/IconVerticalSolidList"/>
    <dgm:cxn modelId="{D6C98B50-822D-4494-8A1F-6ADA6B5016D5}" type="presParOf" srcId="{F1491BBC-DBC1-435F-9A5B-5D7D4036112D}" destId="{0D0E8F0C-05CC-429D-B7DC-DC3C81402655}" srcOrd="3" destOrd="0" presId="urn:microsoft.com/office/officeart/2018/2/layout/IconVerticalSolidList"/>
    <dgm:cxn modelId="{872D37EE-0B1E-4E06-A084-AEDFA66523FC}" type="presParOf" srcId="{D5010702-CF1A-4A84-B8B9-1B67D39D1C63}" destId="{7D3ED6ED-842A-4882-AAFC-1BC284B68F78}" srcOrd="7" destOrd="0" presId="urn:microsoft.com/office/officeart/2018/2/layout/IconVerticalSolidList"/>
    <dgm:cxn modelId="{78A97AAC-CDA5-4C22-AEF3-55453C8EF2A2}" type="presParOf" srcId="{D5010702-CF1A-4A84-B8B9-1B67D39D1C63}" destId="{EFA9B952-FAB1-4BB5-AA1C-E074850E7048}" srcOrd="8" destOrd="0" presId="urn:microsoft.com/office/officeart/2018/2/layout/IconVerticalSolidList"/>
    <dgm:cxn modelId="{6CF8E594-639B-4EB4-96D8-7B0BA8F6721F}" type="presParOf" srcId="{EFA9B952-FAB1-4BB5-AA1C-E074850E7048}" destId="{63EA876C-EAA5-4BE3-9703-3769E75E98BB}" srcOrd="0" destOrd="0" presId="urn:microsoft.com/office/officeart/2018/2/layout/IconVerticalSolidList"/>
    <dgm:cxn modelId="{11A1C572-908F-468B-BE04-AD151131263C}" type="presParOf" srcId="{EFA9B952-FAB1-4BB5-AA1C-E074850E7048}" destId="{A2338177-3403-4AAD-BBAA-11758C9B808A}" srcOrd="1" destOrd="0" presId="urn:microsoft.com/office/officeart/2018/2/layout/IconVerticalSolidList"/>
    <dgm:cxn modelId="{5F2B3EA3-7C40-4C9C-9E82-CC69423EED00}" type="presParOf" srcId="{EFA9B952-FAB1-4BB5-AA1C-E074850E7048}" destId="{BF3B5A5F-33D6-4B99-97FF-AE5D2BC7D752}" srcOrd="2" destOrd="0" presId="urn:microsoft.com/office/officeart/2018/2/layout/IconVerticalSolidList"/>
    <dgm:cxn modelId="{2B97803F-7995-49C7-9536-DC6964B126CD}" type="presParOf" srcId="{EFA9B952-FAB1-4BB5-AA1C-E074850E7048}" destId="{0D3EDEEF-4780-4FA7-BD63-4C9AD5FF9AD2}" srcOrd="3" destOrd="0" presId="urn:microsoft.com/office/officeart/2018/2/layout/IconVerticalSolidList"/>
    <dgm:cxn modelId="{39B96D76-C2B2-4E37-9212-58442FD21B2C}" type="presParOf" srcId="{D5010702-CF1A-4A84-B8B9-1B67D39D1C63}" destId="{36DB4F4F-67EE-469B-85C8-59979B92C0F2}" srcOrd="9" destOrd="0" presId="urn:microsoft.com/office/officeart/2018/2/layout/IconVerticalSolidList"/>
    <dgm:cxn modelId="{1EB8F4A7-0D43-491C-A8FB-D96766775D91}" type="presParOf" srcId="{D5010702-CF1A-4A84-B8B9-1B67D39D1C63}" destId="{7021F855-C1F3-459A-9695-937BEF77027E}" srcOrd="10" destOrd="0" presId="urn:microsoft.com/office/officeart/2018/2/layout/IconVerticalSolidList"/>
    <dgm:cxn modelId="{F6267436-3233-4072-8A03-8A2263F5498C}" type="presParOf" srcId="{7021F855-C1F3-459A-9695-937BEF77027E}" destId="{7B3D954A-5D29-44AE-9302-95B1AA2E8025}" srcOrd="0" destOrd="0" presId="urn:microsoft.com/office/officeart/2018/2/layout/IconVerticalSolidList"/>
    <dgm:cxn modelId="{3F23D2A8-A9F7-491C-89A4-A999DBFC7B5E}" type="presParOf" srcId="{7021F855-C1F3-459A-9695-937BEF77027E}" destId="{C569462E-279F-4178-860E-5BE4F8E06402}" srcOrd="1" destOrd="0" presId="urn:microsoft.com/office/officeart/2018/2/layout/IconVerticalSolidList"/>
    <dgm:cxn modelId="{3F33221B-DCEF-4BCB-B0FC-39A4C8DE75B8}" type="presParOf" srcId="{7021F855-C1F3-459A-9695-937BEF77027E}" destId="{5616BE1C-8860-4A37-8961-24FBCBBE7515}" srcOrd="2" destOrd="0" presId="urn:microsoft.com/office/officeart/2018/2/layout/IconVerticalSolidList"/>
    <dgm:cxn modelId="{781432A2-8391-454E-BEE2-FE689682A3A5}" type="presParOf" srcId="{7021F855-C1F3-459A-9695-937BEF77027E}" destId="{8BE18ECF-7FC7-43A1-8102-69081F333A2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191CC3-908A-4A7C-B3F4-3AE6700BE8D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AEF6244-BA23-455E-A82A-D304C4FE8415}">
      <dgm:prSet/>
      <dgm:spPr/>
      <dgm:t>
        <a:bodyPr/>
        <a:lstStyle/>
        <a:p>
          <a:r>
            <a:rPr lang="es-MX"/>
            <a:t>No es solo una app. Es la transformación digital de un taller. </a:t>
          </a:r>
          <a:endParaRPr lang="en-US"/>
        </a:p>
      </dgm:t>
    </dgm:pt>
    <dgm:pt modelId="{A2FDE184-5B5F-455F-81C4-21949B7E44A4}" type="parTrans" cxnId="{508E0A45-C235-4B8E-B703-FEC2D2A535BF}">
      <dgm:prSet/>
      <dgm:spPr/>
      <dgm:t>
        <a:bodyPr/>
        <a:lstStyle/>
        <a:p>
          <a:endParaRPr lang="en-US"/>
        </a:p>
      </dgm:t>
    </dgm:pt>
    <dgm:pt modelId="{7AAE71AD-BEFD-4B7C-A23D-13B9EF493FE9}" type="sibTrans" cxnId="{508E0A45-C235-4B8E-B703-FEC2D2A535BF}">
      <dgm:prSet/>
      <dgm:spPr/>
      <dgm:t>
        <a:bodyPr/>
        <a:lstStyle/>
        <a:p>
          <a:endParaRPr lang="en-US"/>
        </a:p>
      </dgm:t>
    </dgm:pt>
    <dgm:pt modelId="{6D4402DF-6B79-4268-B55E-CE7E8BE1FFDB}">
      <dgm:prSet/>
      <dgm:spPr/>
      <dgm:t>
        <a:bodyPr/>
        <a:lstStyle/>
        <a:p>
          <a:r>
            <a:rPr lang="es-MX"/>
            <a:t>✔️ Soluciona el caos de WhatsApp y Excel</a:t>
          </a:r>
          <a:br>
            <a:rPr lang="es-MX"/>
          </a:br>
          <a:r>
            <a:rPr lang="es-MX"/>
            <a:t>✔️ Entrega trazabilidad completa</a:t>
          </a:r>
          <a:br>
            <a:rPr lang="es-MX"/>
          </a:br>
          <a:r>
            <a:rPr lang="es-MX"/>
            <a:t>✔️ Genera KPIs reales para la toma de decisiones</a:t>
          </a:r>
          <a:endParaRPr lang="en-US"/>
        </a:p>
      </dgm:t>
    </dgm:pt>
    <dgm:pt modelId="{A8FF96B3-2250-4182-A2BB-BCEF61922427}" type="parTrans" cxnId="{52C4B96E-FE4B-4F17-BA44-5B516776210F}">
      <dgm:prSet/>
      <dgm:spPr/>
      <dgm:t>
        <a:bodyPr/>
        <a:lstStyle/>
        <a:p>
          <a:endParaRPr lang="en-US"/>
        </a:p>
      </dgm:t>
    </dgm:pt>
    <dgm:pt modelId="{1821A4DD-0BBB-4B9D-8764-FA8F52DD6685}" type="sibTrans" cxnId="{52C4B96E-FE4B-4F17-BA44-5B516776210F}">
      <dgm:prSet/>
      <dgm:spPr/>
      <dgm:t>
        <a:bodyPr/>
        <a:lstStyle/>
        <a:p>
          <a:endParaRPr lang="en-US"/>
        </a:p>
      </dgm:t>
    </dgm:pt>
    <dgm:pt modelId="{6647C999-3AA0-46F5-8223-AE4F530EDA24}" type="pres">
      <dgm:prSet presAssocID="{9E191CC3-908A-4A7C-B3F4-3AE6700BE8DF}" presName="root" presStyleCnt="0">
        <dgm:presLayoutVars>
          <dgm:dir/>
          <dgm:resizeHandles val="exact"/>
        </dgm:presLayoutVars>
      </dgm:prSet>
      <dgm:spPr/>
    </dgm:pt>
    <dgm:pt modelId="{E27F9B41-1941-4426-B0CC-264FA2E4376C}" type="pres">
      <dgm:prSet presAssocID="{0AEF6244-BA23-455E-A82A-D304C4FE8415}" presName="compNode" presStyleCnt="0"/>
      <dgm:spPr/>
    </dgm:pt>
    <dgm:pt modelId="{E69AAB1C-C201-493A-83D6-DEB7B96E2483}" type="pres">
      <dgm:prSet presAssocID="{0AEF6244-BA23-455E-A82A-D304C4FE841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3B95DE90-3A62-4B77-8743-E02F3DEAB00C}" type="pres">
      <dgm:prSet presAssocID="{0AEF6244-BA23-455E-A82A-D304C4FE8415}" presName="spaceRect" presStyleCnt="0"/>
      <dgm:spPr/>
    </dgm:pt>
    <dgm:pt modelId="{CF967109-302F-4D11-92B2-89514084CBD7}" type="pres">
      <dgm:prSet presAssocID="{0AEF6244-BA23-455E-A82A-D304C4FE8415}" presName="textRect" presStyleLbl="revTx" presStyleIdx="0" presStyleCnt="2">
        <dgm:presLayoutVars>
          <dgm:chMax val="1"/>
          <dgm:chPref val="1"/>
        </dgm:presLayoutVars>
      </dgm:prSet>
      <dgm:spPr/>
    </dgm:pt>
    <dgm:pt modelId="{53ACC049-5CC2-4599-8294-832BFF6E4689}" type="pres">
      <dgm:prSet presAssocID="{7AAE71AD-BEFD-4B7C-A23D-13B9EF493FE9}" presName="sibTrans" presStyleCnt="0"/>
      <dgm:spPr/>
    </dgm:pt>
    <dgm:pt modelId="{717FE77E-18FF-4070-9C6A-C510801B3FA4}" type="pres">
      <dgm:prSet presAssocID="{6D4402DF-6B79-4268-B55E-CE7E8BE1FFDB}" presName="compNode" presStyleCnt="0"/>
      <dgm:spPr/>
    </dgm:pt>
    <dgm:pt modelId="{3A5F49B3-8AAA-45DC-9655-2C9D03F8BE3B}" type="pres">
      <dgm:prSet presAssocID="{6D4402DF-6B79-4268-B55E-CE7E8BE1FFD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87BC534B-2F02-4033-8C91-093773E3CDFF}" type="pres">
      <dgm:prSet presAssocID="{6D4402DF-6B79-4268-B55E-CE7E8BE1FFDB}" presName="spaceRect" presStyleCnt="0"/>
      <dgm:spPr/>
    </dgm:pt>
    <dgm:pt modelId="{B45506A6-1FAF-4409-943A-8968AF4A6F91}" type="pres">
      <dgm:prSet presAssocID="{6D4402DF-6B79-4268-B55E-CE7E8BE1FFDB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A85DD307-70A7-4ACF-9509-6C39CA658512}" type="presOf" srcId="{6D4402DF-6B79-4268-B55E-CE7E8BE1FFDB}" destId="{B45506A6-1FAF-4409-943A-8968AF4A6F91}" srcOrd="0" destOrd="0" presId="urn:microsoft.com/office/officeart/2018/2/layout/IconLabelList"/>
    <dgm:cxn modelId="{B8727B3B-5900-4A43-961C-19DCE7DF3A11}" type="presOf" srcId="{9E191CC3-908A-4A7C-B3F4-3AE6700BE8DF}" destId="{6647C999-3AA0-46F5-8223-AE4F530EDA24}" srcOrd="0" destOrd="0" presId="urn:microsoft.com/office/officeart/2018/2/layout/IconLabelList"/>
    <dgm:cxn modelId="{508E0A45-C235-4B8E-B703-FEC2D2A535BF}" srcId="{9E191CC3-908A-4A7C-B3F4-3AE6700BE8DF}" destId="{0AEF6244-BA23-455E-A82A-D304C4FE8415}" srcOrd="0" destOrd="0" parTransId="{A2FDE184-5B5F-455F-81C4-21949B7E44A4}" sibTransId="{7AAE71AD-BEFD-4B7C-A23D-13B9EF493FE9}"/>
    <dgm:cxn modelId="{52C4B96E-FE4B-4F17-BA44-5B516776210F}" srcId="{9E191CC3-908A-4A7C-B3F4-3AE6700BE8DF}" destId="{6D4402DF-6B79-4268-B55E-CE7E8BE1FFDB}" srcOrd="1" destOrd="0" parTransId="{A8FF96B3-2250-4182-A2BB-BCEF61922427}" sibTransId="{1821A4DD-0BBB-4B9D-8764-FA8F52DD6685}"/>
    <dgm:cxn modelId="{1CD82D8A-73DE-4944-83F8-979389A8446D}" type="presOf" srcId="{0AEF6244-BA23-455E-A82A-D304C4FE8415}" destId="{CF967109-302F-4D11-92B2-89514084CBD7}" srcOrd="0" destOrd="0" presId="urn:microsoft.com/office/officeart/2018/2/layout/IconLabelList"/>
    <dgm:cxn modelId="{21A71476-F24D-449F-BE71-3118E290D613}" type="presParOf" srcId="{6647C999-3AA0-46F5-8223-AE4F530EDA24}" destId="{E27F9B41-1941-4426-B0CC-264FA2E4376C}" srcOrd="0" destOrd="0" presId="urn:microsoft.com/office/officeart/2018/2/layout/IconLabelList"/>
    <dgm:cxn modelId="{04D7481C-2C4F-429D-8A75-85CE91EE5BDE}" type="presParOf" srcId="{E27F9B41-1941-4426-B0CC-264FA2E4376C}" destId="{E69AAB1C-C201-493A-83D6-DEB7B96E2483}" srcOrd="0" destOrd="0" presId="urn:microsoft.com/office/officeart/2018/2/layout/IconLabelList"/>
    <dgm:cxn modelId="{4D1BBCB5-BF2D-41E2-8323-1B153395EDEF}" type="presParOf" srcId="{E27F9B41-1941-4426-B0CC-264FA2E4376C}" destId="{3B95DE90-3A62-4B77-8743-E02F3DEAB00C}" srcOrd="1" destOrd="0" presId="urn:microsoft.com/office/officeart/2018/2/layout/IconLabelList"/>
    <dgm:cxn modelId="{73627D26-4D57-4B2A-BB6F-E2CDAB9D9E99}" type="presParOf" srcId="{E27F9B41-1941-4426-B0CC-264FA2E4376C}" destId="{CF967109-302F-4D11-92B2-89514084CBD7}" srcOrd="2" destOrd="0" presId="urn:microsoft.com/office/officeart/2018/2/layout/IconLabelList"/>
    <dgm:cxn modelId="{9153753B-B51B-401C-9074-7C98B0B4F408}" type="presParOf" srcId="{6647C999-3AA0-46F5-8223-AE4F530EDA24}" destId="{53ACC049-5CC2-4599-8294-832BFF6E4689}" srcOrd="1" destOrd="0" presId="urn:microsoft.com/office/officeart/2018/2/layout/IconLabelList"/>
    <dgm:cxn modelId="{5BE5C2A9-5404-4EF2-A084-0517B8C1F487}" type="presParOf" srcId="{6647C999-3AA0-46F5-8223-AE4F530EDA24}" destId="{717FE77E-18FF-4070-9C6A-C510801B3FA4}" srcOrd="2" destOrd="0" presId="urn:microsoft.com/office/officeart/2018/2/layout/IconLabelList"/>
    <dgm:cxn modelId="{F3A3AA78-0D84-4C22-A9FD-6BE08A3BE50C}" type="presParOf" srcId="{717FE77E-18FF-4070-9C6A-C510801B3FA4}" destId="{3A5F49B3-8AAA-45DC-9655-2C9D03F8BE3B}" srcOrd="0" destOrd="0" presId="urn:microsoft.com/office/officeart/2018/2/layout/IconLabelList"/>
    <dgm:cxn modelId="{B62BF6A7-9110-47A5-AEB3-C40A5A3E3C2E}" type="presParOf" srcId="{717FE77E-18FF-4070-9C6A-C510801B3FA4}" destId="{87BC534B-2F02-4033-8C91-093773E3CDFF}" srcOrd="1" destOrd="0" presId="urn:microsoft.com/office/officeart/2018/2/layout/IconLabelList"/>
    <dgm:cxn modelId="{69F04FC1-C987-4E84-BD34-0DE91278B7F7}" type="presParOf" srcId="{717FE77E-18FF-4070-9C6A-C510801B3FA4}" destId="{B45506A6-1FAF-4409-943A-8968AF4A6F91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393FC8-2A9E-4C7A-BABE-670300449B79}">
      <dsp:nvSpPr>
        <dsp:cNvPr id="0" name=""/>
        <dsp:cNvSpPr/>
      </dsp:nvSpPr>
      <dsp:spPr>
        <a:xfrm>
          <a:off x="0" y="0"/>
          <a:ext cx="9174401" cy="175879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duotone>
              <a:schemeClr val="dk2">
                <a:hueOff val="0"/>
                <a:satOff val="0"/>
                <a:lumOff val="0"/>
                <a:alphaOff val="0"/>
                <a:shade val="88000"/>
                <a:lumMod val="88000"/>
              </a:schemeClr>
              <a:schemeClr val="dk2">
                <a:hueOff val="0"/>
                <a:satOff val="0"/>
                <a:lumOff val="0"/>
                <a:alphaOff val="0"/>
              </a:schemeClr>
            </a:duotone>
          </a:blip>
          <a:tile tx="0" ty="0" sx="100000" sy="100000" flip="none" algn="tl"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❌ Sin sistema centralizado</a:t>
          </a:r>
          <a:br>
            <a:rPr lang="es-MX" sz="1900" kern="1200"/>
          </a:br>
          <a:r>
            <a:rPr lang="es-MX" sz="1900" kern="1200"/>
            <a:t>❌ Datos dispersos y no confiables</a:t>
          </a:r>
          <a:br>
            <a:rPr lang="es-MX" sz="1900" kern="1200"/>
          </a:br>
          <a:r>
            <a:rPr lang="es-MX" sz="1900" kern="1200"/>
            <a:t>❌ No se miden tiempos reales ni productividad</a:t>
          </a:r>
          <a:br>
            <a:rPr lang="es-MX" sz="1900" kern="1200"/>
          </a:br>
          <a:r>
            <a:rPr lang="es-MX" sz="1900" kern="1200"/>
            <a:t>❌ Dificultad para gestionar pausas y repuestos</a:t>
          </a:r>
          <a:br>
            <a:rPr lang="es-MX" sz="1900" kern="1200"/>
          </a:br>
          <a:r>
            <a:rPr lang="es-MX" sz="1900" kern="1200"/>
            <a:t>❌ Documentación fuera de control</a:t>
          </a:r>
          <a:endParaRPr lang="en-US" sz="1900" kern="1200"/>
        </a:p>
      </dsp:txBody>
      <dsp:txXfrm>
        <a:off x="51513" y="51513"/>
        <a:ext cx="7356553" cy="1655765"/>
      </dsp:txXfrm>
    </dsp:sp>
    <dsp:sp modelId="{23795FB4-83B0-420E-89E3-D112200B3E28}">
      <dsp:nvSpPr>
        <dsp:cNvPr id="0" name=""/>
        <dsp:cNvSpPr/>
      </dsp:nvSpPr>
      <dsp:spPr>
        <a:xfrm>
          <a:off x="1619011" y="2149633"/>
          <a:ext cx="9174401" cy="175879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duotone>
              <a:schemeClr val="dk2">
                <a:hueOff val="0"/>
                <a:satOff val="0"/>
                <a:lumOff val="0"/>
                <a:alphaOff val="0"/>
                <a:shade val="88000"/>
                <a:lumMod val="88000"/>
              </a:schemeClr>
              <a:schemeClr val="dk2">
                <a:hueOff val="0"/>
                <a:satOff val="0"/>
                <a:lumOff val="0"/>
                <a:alphaOff val="0"/>
              </a:schemeClr>
            </a:duotone>
          </a:blip>
          <a:tile tx="0" ty="0" sx="100000" sy="100000" flip="none" algn="tl"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👉 Necesidad urgente de digitalizar y automatizar el ingreso y seguimiento de vehículos.</a:t>
          </a:r>
          <a:endParaRPr lang="en-US" sz="1900" kern="1200"/>
        </a:p>
      </dsp:txBody>
      <dsp:txXfrm>
        <a:off x="1670524" y="2201146"/>
        <a:ext cx="6309148" cy="1655765"/>
      </dsp:txXfrm>
    </dsp:sp>
    <dsp:sp modelId="{F7BE86B6-A375-4A30-B4B8-BDF8800E9A2B}">
      <dsp:nvSpPr>
        <dsp:cNvPr id="0" name=""/>
        <dsp:cNvSpPr/>
      </dsp:nvSpPr>
      <dsp:spPr>
        <a:xfrm>
          <a:off x="8031186" y="1382605"/>
          <a:ext cx="1143214" cy="1143214"/>
        </a:xfrm>
        <a:prstGeom prst="downArrow">
          <a:avLst>
            <a:gd name="adj1" fmla="val 55000"/>
            <a:gd name="adj2" fmla="val 45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288409" y="1382605"/>
        <a:ext cx="628768" cy="8602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7ECD40-012B-4D30-A599-0E855D58BC33}">
      <dsp:nvSpPr>
        <dsp:cNvPr id="0" name=""/>
        <dsp:cNvSpPr/>
      </dsp:nvSpPr>
      <dsp:spPr>
        <a:xfrm>
          <a:off x="0" y="1264"/>
          <a:ext cx="10793412" cy="53874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E0C71F-C8AB-46AA-870C-56096A872CB7}">
      <dsp:nvSpPr>
        <dsp:cNvPr id="0" name=""/>
        <dsp:cNvSpPr/>
      </dsp:nvSpPr>
      <dsp:spPr>
        <a:xfrm>
          <a:off x="162970" y="122481"/>
          <a:ext cx="296309" cy="2963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E72B21-7F56-43D9-99AC-A1DD79D1D437}">
      <dsp:nvSpPr>
        <dsp:cNvPr id="0" name=""/>
        <dsp:cNvSpPr/>
      </dsp:nvSpPr>
      <dsp:spPr>
        <a:xfrm>
          <a:off x="622249" y="1264"/>
          <a:ext cx="10171163" cy="538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017" tIns="57017" rIns="57017" bIns="57017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Optimización de tiempos → Registro rápido, sin duplicados</a:t>
          </a:r>
          <a:endParaRPr lang="en-US" sz="1900" kern="1200"/>
        </a:p>
      </dsp:txBody>
      <dsp:txXfrm>
        <a:off x="622249" y="1264"/>
        <a:ext cx="10171163" cy="538744"/>
      </dsp:txXfrm>
    </dsp:sp>
    <dsp:sp modelId="{0C3DB693-63FF-43EA-A1FD-84D23EFC2449}">
      <dsp:nvSpPr>
        <dsp:cNvPr id="0" name=""/>
        <dsp:cNvSpPr/>
      </dsp:nvSpPr>
      <dsp:spPr>
        <a:xfrm>
          <a:off x="0" y="674694"/>
          <a:ext cx="10793412" cy="53874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78901B-EC07-4604-A01E-CA79CF3A14FC}">
      <dsp:nvSpPr>
        <dsp:cNvPr id="0" name=""/>
        <dsp:cNvSpPr/>
      </dsp:nvSpPr>
      <dsp:spPr>
        <a:xfrm>
          <a:off x="162970" y="795912"/>
          <a:ext cx="296309" cy="2963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8D3E92-1AF4-497D-A542-53A965E8F38E}">
      <dsp:nvSpPr>
        <dsp:cNvPr id="0" name=""/>
        <dsp:cNvSpPr/>
      </dsp:nvSpPr>
      <dsp:spPr>
        <a:xfrm>
          <a:off x="622249" y="674694"/>
          <a:ext cx="10171163" cy="538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017" tIns="57017" rIns="57017" bIns="57017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Mayor coordinación → Todos ven el mismo estado en tiempo real</a:t>
          </a:r>
          <a:endParaRPr lang="en-US" sz="1900" kern="1200"/>
        </a:p>
      </dsp:txBody>
      <dsp:txXfrm>
        <a:off x="622249" y="674694"/>
        <a:ext cx="10171163" cy="538744"/>
      </dsp:txXfrm>
    </dsp:sp>
    <dsp:sp modelId="{7DFD0CF6-E991-478F-8849-FFB7EA1B4FB0}">
      <dsp:nvSpPr>
        <dsp:cNvPr id="0" name=""/>
        <dsp:cNvSpPr/>
      </dsp:nvSpPr>
      <dsp:spPr>
        <a:xfrm>
          <a:off x="0" y="1348125"/>
          <a:ext cx="10793412" cy="53874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ABFE76-FEEA-4562-B390-38172BD3D82C}">
      <dsp:nvSpPr>
        <dsp:cNvPr id="0" name=""/>
        <dsp:cNvSpPr/>
      </dsp:nvSpPr>
      <dsp:spPr>
        <a:xfrm>
          <a:off x="162970" y="1469342"/>
          <a:ext cx="296309" cy="2963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1A6319-B5D8-49CC-BE29-FBDB4E8FF3D9}">
      <dsp:nvSpPr>
        <dsp:cNvPr id="0" name=""/>
        <dsp:cNvSpPr/>
      </dsp:nvSpPr>
      <dsp:spPr>
        <a:xfrm>
          <a:off x="622249" y="1348125"/>
          <a:ext cx="10171163" cy="538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017" tIns="57017" rIns="57017" bIns="57017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Trazabilidad total → Desde ingreso hasta salida</a:t>
          </a:r>
          <a:endParaRPr lang="en-US" sz="1900" kern="1200"/>
        </a:p>
      </dsp:txBody>
      <dsp:txXfrm>
        <a:off x="622249" y="1348125"/>
        <a:ext cx="10171163" cy="538744"/>
      </dsp:txXfrm>
    </dsp:sp>
    <dsp:sp modelId="{BBA7B1AD-1E47-474E-AB60-7E3FE8E6285A}">
      <dsp:nvSpPr>
        <dsp:cNvPr id="0" name=""/>
        <dsp:cNvSpPr/>
      </dsp:nvSpPr>
      <dsp:spPr>
        <a:xfrm>
          <a:off x="0" y="2021555"/>
          <a:ext cx="10793412" cy="53874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4DED76-0E28-40D5-960C-66F2A4FC8821}">
      <dsp:nvSpPr>
        <dsp:cNvPr id="0" name=""/>
        <dsp:cNvSpPr/>
      </dsp:nvSpPr>
      <dsp:spPr>
        <a:xfrm>
          <a:off x="162970" y="2142773"/>
          <a:ext cx="296309" cy="2963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0E8F0C-05CC-429D-B7DC-DC3C81402655}">
      <dsp:nvSpPr>
        <dsp:cNvPr id="0" name=""/>
        <dsp:cNvSpPr/>
      </dsp:nvSpPr>
      <dsp:spPr>
        <a:xfrm>
          <a:off x="622249" y="2021555"/>
          <a:ext cx="10171163" cy="538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017" tIns="57017" rIns="57017" bIns="57017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Reportes confiables→ KPIs reales para toma de decisiones</a:t>
          </a:r>
          <a:endParaRPr lang="en-US" sz="1900" kern="1200"/>
        </a:p>
      </dsp:txBody>
      <dsp:txXfrm>
        <a:off x="622249" y="2021555"/>
        <a:ext cx="10171163" cy="538744"/>
      </dsp:txXfrm>
    </dsp:sp>
    <dsp:sp modelId="{63EA876C-EAA5-4BE3-9703-3769E75E98BB}">
      <dsp:nvSpPr>
        <dsp:cNvPr id="0" name=""/>
        <dsp:cNvSpPr/>
      </dsp:nvSpPr>
      <dsp:spPr>
        <a:xfrm>
          <a:off x="0" y="2694985"/>
          <a:ext cx="10793412" cy="53874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338177-3403-4AAD-BBAA-11758C9B808A}">
      <dsp:nvSpPr>
        <dsp:cNvPr id="0" name=""/>
        <dsp:cNvSpPr/>
      </dsp:nvSpPr>
      <dsp:spPr>
        <a:xfrm>
          <a:off x="162970" y="2816203"/>
          <a:ext cx="296309" cy="29630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EDEEF-4780-4FA7-BD63-4C9AD5FF9AD2}">
      <dsp:nvSpPr>
        <dsp:cNvPr id="0" name=""/>
        <dsp:cNvSpPr/>
      </dsp:nvSpPr>
      <dsp:spPr>
        <a:xfrm>
          <a:off x="622249" y="2694985"/>
          <a:ext cx="10171163" cy="538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017" tIns="57017" rIns="57017" bIns="57017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Seguridad en la información→ Perfiles y permisos por rol</a:t>
          </a:r>
          <a:endParaRPr lang="en-US" sz="1900" kern="1200"/>
        </a:p>
      </dsp:txBody>
      <dsp:txXfrm>
        <a:off x="622249" y="2694985"/>
        <a:ext cx="10171163" cy="538744"/>
      </dsp:txXfrm>
    </dsp:sp>
    <dsp:sp modelId="{7B3D954A-5D29-44AE-9302-95B1AA2E8025}">
      <dsp:nvSpPr>
        <dsp:cNvPr id="0" name=""/>
        <dsp:cNvSpPr/>
      </dsp:nvSpPr>
      <dsp:spPr>
        <a:xfrm>
          <a:off x="0" y="3368416"/>
          <a:ext cx="10793412" cy="53874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69462E-279F-4178-860E-5BE4F8E06402}">
      <dsp:nvSpPr>
        <dsp:cNvPr id="0" name=""/>
        <dsp:cNvSpPr/>
      </dsp:nvSpPr>
      <dsp:spPr>
        <a:xfrm>
          <a:off x="162970" y="3489633"/>
          <a:ext cx="296309" cy="296309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E18ECF-7FC7-43A1-8102-69081F333A2D}">
      <dsp:nvSpPr>
        <dsp:cNvPr id="0" name=""/>
        <dsp:cNvSpPr/>
      </dsp:nvSpPr>
      <dsp:spPr>
        <a:xfrm>
          <a:off x="622249" y="3368416"/>
          <a:ext cx="10171163" cy="538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017" tIns="57017" rIns="57017" bIns="57017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900" kern="1200"/>
            <a:t>Usabilidad garantizada→ Web responsiva, funciona en celular</a:t>
          </a:r>
          <a:endParaRPr lang="en-US" sz="1900" kern="1200"/>
        </a:p>
      </dsp:txBody>
      <dsp:txXfrm>
        <a:off x="622249" y="3368416"/>
        <a:ext cx="10171163" cy="53874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9AAB1C-C201-493A-83D6-DEB7B96E2483}">
      <dsp:nvSpPr>
        <dsp:cNvPr id="0" name=""/>
        <dsp:cNvSpPr/>
      </dsp:nvSpPr>
      <dsp:spPr>
        <a:xfrm>
          <a:off x="1687475" y="88592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67109-302F-4D11-92B2-89514084CBD7}">
      <dsp:nvSpPr>
        <dsp:cNvPr id="0" name=""/>
        <dsp:cNvSpPr/>
      </dsp:nvSpPr>
      <dsp:spPr>
        <a:xfrm>
          <a:off x="499475" y="250293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No es solo una app. Es la transformación digital de un taller. </a:t>
          </a:r>
          <a:endParaRPr lang="en-US" sz="1500" kern="1200"/>
        </a:p>
      </dsp:txBody>
      <dsp:txXfrm>
        <a:off x="499475" y="2502932"/>
        <a:ext cx="4320000" cy="720000"/>
      </dsp:txXfrm>
    </dsp:sp>
    <dsp:sp modelId="{3A5F49B3-8AAA-45DC-9655-2C9D03F8BE3B}">
      <dsp:nvSpPr>
        <dsp:cNvPr id="0" name=""/>
        <dsp:cNvSpPr/>
      </dsp:nvSpPr>
      <dsp:spPr>
        <a:xfrm>
          <a:off x="6763475" y="88592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5506A6-1FAF-4409-943A-8968AF4A6F91}">
      <dsp:nvSpPr>
        <dsp:cNvPr id="0" name=""/>
        <dsp:cNvSpPr/>
      </dsp:nvSpPr>
      <dsp:spPr>
        <a:xfrm>
          <a:off x="5575475" y="250293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✔️ Soluciona el caos de WhatsApp y Excel</a:t>
          </a:r>
          <a:br>
            <a:rPr lang="es-MX" sz="1500" kern="1200"/>
          </a:br>
          <a:r>
            <a:rPr lang="es-MX" sz="1500" kern="1200"/>
            <a:t>✔️ Entrega trazabilidad completa</a:t>
          </a:r>
          <a:br>
            <a:rPr lang="es-MX" sz="1500" kern="1200"/>
          </a:br>
          <a:r>
            <a:rPr lang="es-MX" sz="1500" kern="1200"/>
            <a:t>✔️ Genera KPIs reales para la toma de decisiones</a:t>
          </a:r>
          <a:endParaRPr lang="en-US" sz="1500" kern="1200"/>
        </a:p>
      </dsp:txBody>
      <dsp:txXfrm>
        <a:off x="5575475" y="2502932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9144" y="4882896"/>
            <a:ext cx="4050792" cy="1197864"/>
          </a:xfrm>
          <a:noFill/>
        </p:spPr>
        <p:txBody>
          <a:bodyPr wrap="square" rtlCol="0">
            <a:spAutoFit/>
          </a:bodyPr>
          <a:lstStyle>
            <a:lvl1pPr>
              <a:defRPr lang="en-US" sz="5400" dirty="0"/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7030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46200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54505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22103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191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0791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16994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7834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52416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8768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1727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93058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435718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368918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597068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873326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28456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380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fld id="{34C322B8-1BED-432A-993B-55D1BC9B96B2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20309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1" r:id="rId1"/>
    <p:sldLayoutId id="2147484012" r:id="rId2"/>
    <p:sldLayoutId id="2147484013" r:id="rId3"/>
    <p:sldLayoutId id="2147484014" r:id="rId4"/>
    <p:sldLayoutId id="2147484015" r:id="rId5"/>
    <p:sldLayoutId id="2147484016" r:id="rId6"/>
    <p:sldLayoutId id="2147484017" r:id="rId7"/>
    <p:sldLayoutId id="2147484018" r:id="rId8"/>
    <p:sldLayoutId id="2147484019" r:id="rId9"/>
    <p:sldLayoutId id="2147484020" r:id="rId10"/>
    <p:sldLayoutId id="2147484021" r:id="rId11"/>
    <p:sldLayoutId id="2147484022" r:id="rId12"/>
    <p:sldLayoutId id="2147484023" r:id="rId13"/>
    <p:sldLayoutId id="2147484024" r:id="rId14"/>
    <p:sldLayoutId id="2147484025" r:id="rId15"/>
    <p:sldLayoutId id="2147484026" r:id="rId16"/>
    <p:sldLayoutId id="2147484027" r:id="rId17"/>
    <p:sldLayoutId id="2147484028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>
              <a:lumMod val="60000"/>
              <a:lumOff val="40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9" name="Picture 3078">
            <a:extLst>
              <a:ext uri="{FF2B5EF4-FFF2-40B4-BE49-F238E27FC236}">
                <a16:creationId xmlns:a16="http://schemas.microsoft.com/office/drawing/2014/main" id="{127AEDD1-FD88-48D7-8260-0AA34DE0C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3081" name="Rectangle 3080">
            <a:extLst>
              <a:ext uri="{FF2B5EF4-FFF2-40B4-BE49-F238E27FC236}">
                <a16:creationId xmlns:a16="http://schemas.microsoft.com/office/drawing/2014/main" id="{31E89F29-ADA4-40A8-80E1-48D600174D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6" y="0"/>
            <a:ext cx="4632997" cy="6858000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3" name="Freeform 5">
            <a:extLst>
              <a:ext uri="{FF2B5EF4-FFF2-40B4-BE49-F238E27FC236}">
                <a16:creationId xmlns:a16="http://schemas.microsoft.com/office/drawing/2014/main" id="{C32AA8F8-450D-41DC-AE38-266ADD53A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856" y="0"/>
            <a:ext cx="4293205" cy="6576643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CED7F1-8FB2-9A65-DF3D-5CFD8C6B3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663" y="1304458"/>
            <a:ext cx="3326650" cy="2901781"/>
          </a:xfrm>
        </p:spPr>
        <p:txBody>
          <a:bodyPr>
            <a:normAutofit/>
          </a:bodyPr>
          <a:lstStyle/>
          <a:p>
            <a:br>
              <a:rPr lang="es-MX" sz="1700"/>
            </a:br>
            <a:br>
              <a:rPr lang="es-MX" sz="1700"/>
            </a:br>
            <a:br>
              <a:rPr lang="es-MX" sz="1700"/>
            </a:br>
            <a:r>
              <a:rPr lang="es-MX" sz="1700"/>
              <a:t>GESTIÓN DE INGRESO DE VEHÍCULOS AL TALLER</a:t>
            </a:r>
            <a:br>
              <a:rPr lang="es-MX" sz="1700"/>
            </a:br>
            <a:br>
              <a:rPr lang="es-MX" sz="1700"/>
            </a:br>
            <a:r>
              <a:rPr lang="es-MX" sz="1700"/>
              <a:t>Transformación digital del taller PepsiCo Chile</a:t>
            </a:r>
            <a:br>
              <a:rPr lang="es-MX" sz="1700"/>
            </a:br>
            <a:br>
              <a:rPr lang="es-MX" sz="1700"/>
            </a:br>
            <a:endParaRPr lang="es-CL" sz="17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1050B6-0F41-E4E3-8FEB-2C32B702E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663" y="4206239"/>
            <a:ext cx="3326649" cy="106697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s-MX" sz="1100" dirty="0"/>
              <a:t>Integrantes: Yordano Cartagena – Felipe Donoso</a:t>
            </a:r>
          </a:p>
          <a:p>
            <a:pPr>
              <a:lnSpc>
                <a:spcPct val="110000"/>
              </a:lnSpc>
            </a:pPr>
            <a:r>
              <a:rPr lang="es-MX" sz="1100" dirty="0"/>
              <a:t>Profesor: Luis Bravo </a:t>
            </a:r>
            <a:r>
              <a:rPr lang="es-MX" sz="1100"/>
              <a:t>Yañez</a:t>
            </a:r>
          </a:p>
          <a:p>
            <a:pPr>
              <a:lnSpc>
                <a:spcPct val="110000"/>
              </a:lnSpc>
            </a:pPr>
            <a:r>
              <a:rPr lang="es-MX" sz="1100" dirty="0"/>
              <a:t>Asignatura: Capstone</a:t>
            </a:r>
            <a:br>
              <a:rPr lang="es-MX" sz="1100" dirty="0"/>
            </a:br>
            <a:endParaRPr lang="es-CL" sz="1100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EB048815-C663-4C51-84E9-5C6EFDF17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856" y="0"/>
            <a:ext cx="4248871" cy="226225"/>
          </a:xfrm>
          <a:prstGeom prst="rect">
            <a:avLst/>
          </a:pr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BF090243-7F93-456B-85D9-0D4D10696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537" y="5752622"/>
            <a:ext cx="4250216" cy="780581"/>
          </a:xfrm>
          <a:prstGeom prst="rect">
            <a:avLst/>
          </a:pr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F84F3463-36D2-44CA-9A64-98004ECD8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91883" y="450792"/>
            <a:ext cx="6636823" cy="5950008"/>
          </a:xfrm>
          <a:prstGeom prst="rect">
            <a:avLst/>
          </a:prstGeom>
          <a:solidFill>
            <a:schemeClr val="bg1"/>
          </a:solidFill>
          <a:ln w="57150" cmpd="thinThick">
            <a:noFill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PepsiCo Chile anuncia medidas para hacer su centro de distribución más  sustentable - La Tercera">
            <a:extLst>
              <a:ext uri="{FF2B5EF4-FFF2-40B4-BE49-F238E27FC236}">
                <a16:creationId xmlns:a16="http://schemas.microsoft.com/office/drawing/2014/main" id="{B17049D0-02DA-2626-5228-47386766F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9" r="17696"/>
          <a:stretch>
            <a:fillRect/>
          </a:stretch>
        </p:blipFill>
        <p:spPr bwMode="auto">
          <a:xfrm>
            <a:off x="5389879" y="684680"/>
            <a:ext cx="6037746" cy="5482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9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1">
            <a:extLst>
              <a:ext uri="{FF2B5EF4-FFF2-40B4-BE49-F238E27FC236}">
                <a16:creationId xmlns:a16="http://schemas.microsoft.com/office/drawing/2014/main" id="{34613DFD-35BD-4F1C-BCBE-6E6ED23EC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5559E914-E0BA-4B8B-8FDE-5804BC0A4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1979952" cy="6644081"/>
          </a:xfrm>
          <a:prstGeom prst="rect">
            <a:avLst/>
          </a:prstGeom>
          <a:ln>
            <a:noFill/>
          </a:ln>
          <a:effectLst>
            <a:outerShdw blurRad="98425" dist="76200" dir="4380000" algn="tl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1B65D64F-F7FC-BE94-D272-F053240276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360" r="25450" b="-1"/>
          <a:stretch>
            <a:fillRect/>
          </a:stretch>
        </p:blipFill>
        <p:spPr>
          <a:xfrm>
            <a:off x="6327849" y="234347"/>
            <a:ext cx="5146360" cy="5903415"/>
          </a:xfrm>
          <a:prstGeom prst="rect">
            <a:avLst/>
          </a:prstGeom>
          <a:ln>
            <a:noFill/>
          </a:ln>
        </p:spPr>
      </p:pic>
      <p:sp>
        <p:nvSpPr>
          <p:cNvPr id="36" name="Freeform 9">
            <a:extLst>
              <a:ext uri="{FF2B5EF4-FFF2-40B4-BE49-F238E27FC236}">
                <a16:creationId xmlns:a16="http://schemas.microsoft.com/office/drawing/2014/main" id="{70C6DD41-4774-4EFF-8ECE-168B19F1B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5397" y="0"/>
            <a:ext cx="11773291" cy="6419514"/>
          </a:xfrm>
          <a:custGeom>
            <a:avLst/>
            <a:gdLst/>
            <a:ahLst/>
            <a:cxnLst/>
            <a:rect l="l" t="t" r="r" b="b"/>
            <a:pathLst>
              <a:path w="11773291" h="6419514">
                <a:moveTo>
                  <a:pt x="11750059" y="0"/>
                </a:moveTo>
                <a:lnTo>
                  <a:pt x="11773291" y="6419514"/>
                </a:lnTo>
                <a:lnTo>
                  <a:pt x="0" y="6411047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s-CL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4E4D31F-348A-4664-AA69-579EEB0A9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6094412" cy="6380796"/>
          </a:xfrm>
          <a:prstGeom prst="rect">
            <a:avLst/>
          </a:pr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60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36B8CC-DF6A-9CBB-6364-F7F1D3C3C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90479"/>
            <a:ext cx="4957275" cy="1146825"/>
          </a:xfrm>
        </p:spPr>
        <p:txBody>
          <a:bodyPr>
            <a:normAutofit/>
          </a:bodyPr>
          <a:lstStyle/>
          <a:p>
            <a:r>
              <a:rPr lang="es-CL" sz="3700">
                <a:solidFill>
                  <a:schemeClr val="bg1"/>
                </a:solidFill>
              </a:rPr>
              <a:t>Contexto</a:t>
            </a:r>
            <a:br>
              <a:rPr lang="es-CL" sz="3700" b="1">
                <a:solidFill>
                  <a:schemeClr val="bg1"/>
                </a:solidFill>
              </a:rPr>
            </a:br>
            <a:endParaRPr lang="es-CL" sz="3700">
              <a:solidFill>
                <a:schemeClr val="bg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A7EB4E-9231-A52C-471C-21C3E1639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63395"/>
            <a:ext cx="4957273" cy="344610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El taller opera con herramientas informales</a:t>
            </a:r>
          </a:p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📱 WhatsApp → Fotos y mensajes</a:t>
            </a:r>
            <a:br>
              <a:rPr lang="es-MX" sz="1300">
                <a:solidFill>
                  <a:schemeClr val="bg1"/>
                </a:solidFill>
              </a:rPr>
            </a:br>
            <a:r>
              <a:rPr lang="es-MX" sz="1300">
                <a:solidFill>
                  <a:schemeClr val="bg1"/>
                </a:solidFill>
              </a:rPr>
              <a:t>📊 Excel → Registros manuales</a:t>
            </a:r>
            <a:br>
              <a:rPr lang="es-MX" sz="1300">
                <a:solidFill>
                  <a:schemeClr val="bg1"/>
                </a:solidFill>
              </a:rPr>
            </a:br>
            <a:r>
              <a:rPr lang="es-MX" sz="1300">
                <a:solidFill>
                  <a:schemeClr val="bg1"/>
                </a:solidFill>
              </a:rPr>
              <a:t>🗣️ Comunicaciones verbales</a:t>
            </a:r>
          </a:p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➡️ Resultado:</a:t>
            </a:r>
          </a:p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Falta de trazabilidad</a:t>
            </a:r>
          </a:p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Errores por duplicidad</a:t>
            </a:r>
          </a:p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Mala coordinación</a:t>
            </a:r>
          </a:p>
          <a:p>
            <a:pPr>
              <a:lnSpc>
                <a:spcPct val="110000"/>
              </a:lnSpc>
            </a:pPr>
            <a:r>
              <a:rPr lang="es-MX" sz="1300">
                <a:solidFill>
                  <a:schemeClr val="bg1"/>
                </a:solidFill>
              </a:rPr>
              <a:t>Reportes poco confiables</a:t>
            </a:r>
          </a:p>
          <a:p>
            <a:pPr>
              <a:lnSpc>
                <a:spcPct val="110000"/>
              </a:lnSpc>
            </a:pPr>
            <a:r>
              <a:rPr lang="es-MX" sz="1300" i="1">
                <a:solidFill>
                  <a:schemeClr val="bg1"/>
                </a:solidFill>
              </a:rPr>
              <a:t>“El mayor problema está en el uso de WhatsApp y Excel.”</a:t>
            </a:r>
            <a:br>
              <a:rPr lang="es-MX" sz="1300">
                <a:solidFill>
                  <a:schemeClr val="bg1"/>
                </a:solidFill>
              </a:rPr>
            </a:br>
            <a:r>
              <a:rPr lang="es-MX" sz="1300">
                <a:solidFill>
                  <a:schemeClr val="bg1"/>
                </a:solidFill>
              </a:rPr>
              <a:t>— Alexis González, Subgerente de Flota </a:t>
            </a:r>
          </a:p>
        </p:txBody>
      </p:sp>
    </p:spTree>
    <p:extLst>
      <p:ext uri="{BB962C8B-B14F-4D97-AF65-F5344CB8AC3E}">
        <p14:creationId xmlns:p14="http://schemas.microsoft.com/office/powerpoint/2010/main" val="2540630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17DEC0E-3D97-4709-8A61-FB947261A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0F503D8-D692-764F-5A3D-5DCBE950F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85800"/>
            <a:ext cx="10792837" cy="1151965"/>
          </a:xfrm>
        </p:spPr>
        <p:txBody>
          <a:bodyPr>
            <a:normAutofit/>
          </a:bodyPr>
          <a:lstStyle/>
          <a:p>
            <a:r>
              <a:rPr lang="es-CL" sz="3800"/>
              <a:t>Problema Clave</a:t>
            </a:r>
            <a:br>
              <a:rPr lang="es-CL" sz="3800" b="1"/>
            </a:br>
            <a:endParaRPr lang="es-CL" sz="380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41115F9-C7BD-E3D4-A053-8F8A364000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1760170"/>
              </p:ext>
            </p:extLst>
          </p:nvPr>
        </p:nvGraphicFramePr>
        <p:xfrm>
          <a:off x="685800" y="2063750"/>
          <a:ext cx="10793413" cy="3908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42564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25880F-F5D5-A4D5-A150-589D7BEB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03D882EE-1C56-42A4-97AB-8DBF40EC5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94414B8-51D2-48F2-B08F-F3F515D09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1979952" cy="6644081"/>
          </a:xfrm>
          <a:prstGeom prst="rect">
            <a:avLst/>
          </a:prstGeom>
          <a:ln>
            <a:noFill/>
          </a:ln>
          <a:effectLst>
            <a:outerShdw blurRad="98425" dist="76200" dir="4380000" algn="tl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pic>
        <p:nvPicPr>
          <p:cNvPr id="28" name="Graphic 6" descr="portátil seguro">
            <a:extLst>
              <a:ext uri="{FF2B5EF4-FFF2-40B4-BE49-F238E27FC236}">
                <a16:creationId xmlns:a16="http://schemas.microsoft.com/office/drawing/2014/main" id="{D45FC9E9-55CD-0B8E-69CC-00A801F897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62455" y="859204"/>
            <a:ext cx="4677405" cy="4677405"/>
          </a:xfrm>
          <a:prstGeom prst="rect">
            <a:avLst/>
          </a:prstGeom>
          <a:ln>
            <a:noFill/>
          </a:ln>
        </p:spPr>
      </p:pic>
      <p:sp>
        <p:nvSpPr>
          <p:cNvPr id="37" name="Freeform 9">
            <a:extLst>
              <a:ext uri="{FF2B5EF4-FFF2-40B4-BE49-F238E27FC236}">
                <a16:creationId xmlns:a16="http://schemas.microsoft.com/office/drawing/2014/main" id="{B9111584-21F2-41C8-AB8B-AE21FF686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5397" y="0"/>
            <a:ext cx="11773291" cy="6419514"/>
          </a:xfrm>
          <a:custGeom>
            <a:avLst/>
            <a:gdLst/>
            <a:ahLst/>
            <a:cxnLst/>
            <a:rect l="l" t="t" r="r" b="b"/>
            <a:pathLst>
              <a:path w="11773291" h="6419514">
                <a:moveTo>
                  <a:pt x="11750059" y="0"/>
                </a:moveTo>
                <a:lnTo>
                  <a:pt x="11773291" y="6419514"/>
                </a:lnTo>
                <a:lnTo>
                  <a:pt x="0" y="6411047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s-CL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6B69345-695D-4D04-96EA-0EAA72398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6094412" cy="6380796"/>
          </a:xfrm>
          <a:prstGeom prst="rect">
            <a:avLst/>
          </a:pr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60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C1D1D25-B19A-2AB6-1279-2AE02ED5C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90479"/>
            <a:ext cx="4957275" cy="1146825"/>
          </a:xfrm>
        </p:spPr>
        <p:txBody>
          <a:bodyPr>
            <a:normAutofit/>
          </a:bodyPr>
          <a:lstStyle/>
          <a:p>
            <a:r>
              <a:rPr lang="es-CL" sz="4200">
                <a:solidFill>
                  <a:schemeClr val="bg1"/>
                </a:solidFill>
              </a:rPr>
              <a:t>Solucion propuesta</a:t>
            </a: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5D9413EB-94A1-9520-18D7-C0677EA4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63395"/>
            <a:ext cx="4957273" cy="344610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s-MX" sz="1400">
                <a:solidFill>
                  <a:schemeClr val="bg1"/>
                </a:solidFill>
              </a:rPr>
              <a:t>Una plataforma web que digitaliza todo el flujo de ingreso y mantenimiento de vehículos al taller.</a:t>
            </a:r>
          </a:p>
          <a:p>
            <a:pPr>
              <a:lnSpc>
                <a:spcPct val="110000"/>
              </a:lnSpc>
            </a:pPr>
            <a:r>
              <a:rPr lang="es-MX" sz="1400">
                <a:solidFill>
                  <a:schemeClr val="bg1"/>
                </a:solidFill>
              </a:rPr>
              <a:t>🔹 Reemplaza completamente el uso de WhatsApp y Excel por un sistema centralizado.</a:t>
            </a:r>
            <a:br>
              <a:rPr lang="es-MX" sz="1400">
                <a:solidFill>
                  <a:schemeClr val="bg1"/>
                </a:solidFill>
              </a:rPr>
            </a:br>
            <a:r>
              <a:rPr lang="es-MX" sz="1400">
                <a:solidFill>
                  <a:schemeClr val="bg1"/>
                </a:solidFill>
              </a:rPr>
              <a:t>🔹 Automatiza desde el registro de ingreso hasta la entrega final.</a:t>
            </a:r>
            <a:br>
              <a:rPr lang="es-MX" sz="1400">
                <a:solidFill>
                  <a:schemeClr val="bg1"/>
                </a:solidFill>
              </a:rPr>
            </a:br>
            <a:r>
              <a:rPr lang="es-MX" sz="1400">
                <a:solidFill>
                  <a:schemeClr val="bg1"/>
                </a:solidFill>
              </a:rPr>
              <a:t>🔹 Centraliza tareas, pausas, documentos, repuestos y reportes.</a:t>
            </a:r>
            <a:br>
              <a:rPr lang="es-MX" sz="1400">
                <a:solidFill>
                  <a:schemeClr val="bg1"/>
                </a:solidFill>
              </a:rPr>
            </a:br>
            <a:r>
              <a:rPr lang="es-MX" sz="1400">
                <a:solidFill>
                  <a:schemeClr val="bg1"/>
                </a:solidFill>
              </a:rPr>
              <a:t>🔹 Diseñada por roles: cada usuario ve solo lo que necesita.</a:t>
            </a:r>
            <a:br>
              <a:rPr lang="es-MX" sz="1400">
                <a:solidFill>
                  <a:schemeClr val="bg1"/>
                </a:solidFill>
              </a:rPr>
            </a:br>
            <a:r>
              <a:rPr lang="es-MX" sz="1400">
                <a:solidFill>
                  <a:schemeClr val="bg1"/>
                </a:solidFill>
              </a:rPr>
              <a:t>🔹 Web responsiva: funciona en Distintas plataformas</a:t>
            </a:r>
          </a:p>
          <a:p>
            <a:pPr>
              <a:lnSpc>
                <a:spcPct val="110000"/>
              </a:lnSpc>
            </a:pPr>
            <a:r>
              <a:rPr lang="es-MX" sz="1400">
                <a:solidFill>
                  <a:schemeClr val="bg1"/>
                </a:solidFill>
              </a:rPr>
              <a:t>➡️ Objetivo: Transformar un proceso manual en uno trazable, eficiente y basado en datos.</a:t>
            </a:r>
          </a:p>
        </p:txBody>
      </p:sp>
    </p:spTree>
    <p:extLst>
      <p:ext uri="{BB962C8B-B14F-4D97-AF65-F5344CB8AC3E}">
        <p14:creationId xmlns:p14="http://schemas.microsoft.com/office/powerpoint/2010/main" val="133226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17DEC0E-3D97-4709-8A61-FB947261A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80F6316-C0FA-2172-DBAC-A9435B011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85800"/>
            <a:ext cx="10792837" cy="1151965"/>
          </a:xfrm>
        </p:spPr>
        <p:txBody>
          <a:bodyPr>
            <a:normAutofit/>
          </a:bodyPr>
          <a:lstStyle/>
          <a:p>
            <a:r>
              <a:rPr lang="es-CL" sz="3800"/>
              <a:t>Ventajas del Sistema</a:t>
            </a:r>
            <a:br>
              <a:rPr lang="es-CL" sz="3800" b="1"/>
            </a:br>
            <a:endParaRPr lang="es-CL" sz="380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3522CE2-CC38-B7E6-188D-537E0D78C1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9520886"/>
              </p:ext>
            </p:extLst>
          </p:nvPr>
        </p:nvGraphicFramePr>
        <p:xfrm>
          <a:off x="685800" y="2063750"/>
          <a:ext cx="10793413" cy="3908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43500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D7128-362E-DB2D-4D01-12413B60F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>
            <a:normAutofit/>
          </a:bodyPr>
          <a:lstStyle/>
          <a:p>
            <a:r>
              <a:rPr lang="es-CL" sz="3800"/>
              <a:t>Conclusión</a:t>
            </a:r>
            <a:br>
              <a:rPr lang="es-CL" sz="3800" b="1"/>
            </a:br>
            <a:endParaRPr lang="es-CL" sz="3800"/>
          </a:p>
        </p:txBody>
      </p:sp>
      <p:graphicFrame>
        <p:nvGraphicFramePr>
          <p:cNvPr id="11" name="Marcador de contenido 2">
            <a:extLst>
              <a:ext uri="{FF2B5EF4-FFF2-40B4-BE49-F238E27FC236}">
                <a16:creationId xmlns:a16="http://schemas.microsoft.com/office/drawing/2014/main" id="{8BEEC8A0-A75F-5764-F4BF-991617C09D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5305016"/>
              </p:ext>
            </p:extLst>
          </p:nvPr>
        </p:nvGraphicFramePr>
        <p:xfrm>
          <a:off x="685800" y="2063750"/>
          <a:ext cx="10394950" cy="3311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82381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vento principal">
  <a:themeElements>
    <a:clrScheme name="Evento principal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346492"/>
      </a:accent1>
      <a:accent2>
        <a:srgbClr val="6DA5D4"/>
      </a:accent2>
      <a:accent3>
        <a:srgbClr val="538C79"/>
      </a:accent3>
      <a:accent4>
        <a:srgbClr val="93B75D"/>
      </a:accent4>
      <a:accent5>
        <a:srgbClr val="DEB050"/>
      </a:accent5>
      <a:accent6>
        <a:srgbClr val="BB5354"/>
      </a:accent6>
      <a:hlink>
        <a:srgbClr val="3289DD"/>
      </a:hlink>
      <a:folHlink>
        <a:srgbClr val="859EB6"/>
      </a:folHlink>
    </a:clrScheme>
    <a:fontScheme name="Evento principal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vento principal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E3530EC-BA5B-407C-9B36-00820F3955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TM04033927[[fn=Evento principal]]</Template>
  <TotalTime>69</TotalTime>
  <Words>343</Words>
  <Application>Microsoft Office PowerPoint</Application>
  <PresentationFormat>Panorámica</PresentationFormat>
  <Paragraphs>30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Impact</vt:lpstr>
      <vt:lpstr>Evento principal</vt:lpstr>
      <vt:lpstr>   GESTIÓN DE INGRESO DE VEHÍCULOS AL TALLER  Transformación digital del taller PepsiCo Chile  </vt:lpstr>
      <vt:lpstr>Contexto </vt:lpstr>
      <vt:lpstr>Problema Clave </vt:lpstr>
      <vt:lpstr>Solucion propuesta</vt:lpstr>
      <vt:lpstr>Ventajas del Sistema </vt:lpstr>
      <vt:lpstr>Conclusión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Yordano Jesus Cartagena Silva</dc:creator>
  <cp:lastModifiedBy>Yordano Jesus Cartagena Silva</cp:lastModifiedBy>
  <cp:revision>5</cp:revision>
  <dcterms:created xsi:type="dcterms:W3CDTF">2025-11-19T18:00:06Z</dcterms:created>
  <dcterms:modified xsi:type="dcterms:W3CDTF">2025-11-19T19:38:41Z</dcterms:modified>
</cp:coreProperties>
</file>